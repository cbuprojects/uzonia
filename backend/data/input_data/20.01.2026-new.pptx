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"/>
  </p:notesMasterIdLst>
  <p:sldIdLst>
    <p:sldId id="260" r:id="rId2"/>
    <p:sldId id="261" r:id="rId3"/>
  </p:sldIdLst>
  <p:sldSz cx="20574000" cy="25717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4260"/>
    <a:srgbClr val="012749"/>
    <a:srgbClr val="0072C3"/>
    <a:srgbClr val="999999"/>
    <a:srgbClr val="69C9FF"/>
    <a:srgbClr val="75CEFF"/>
    <a:srgbClr val="BAE6FF"/>
    <a:srgbClr val="E5F6FF"/>
    <a:srgbClr val="ED1C24"/>
    <a:srgbClr val="0092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9" autoAdjust="0"/>
    <p:restoredTop sz="94338" autoAdjust="0"/>
  </p:normalViewPr>
  <p:slideViewPr>
    <p:cSldViewPr snapToGrid="0">
      <p:cViewPr>
        <p:scale>
          <a:sx n="49" d="100"/>
          <a:sy n="49" d="100"/>
        </p:scale>
        <p:origin x="520" y="-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a.vositov\Desktop\UZONIA_CALC\datainsert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8828133974972611E-2"/>
          <c:y val="6.9005539179613828E-2"/>
          <c:w val="0.89582691668452341"/>
          <c:h val="0.60368715068314704"/>
        </c:manualLayout>
      </c:layout>
      <c:lineChart>
        <c:grouping val="standard"/>
        <c:varyColors val="0"/>
        <c:ser>
          <c:idx val="0"/>
          <c:order val="0"/>
          <c:tx>
            <c:strRef>
              <c:f>'GRAPH (2)'!$C$1</c:f>
              <c:strCache>
                <c:ptCount val="1"/>
                <c:pt idx="0">
                  <c:v>Asosiy stavka</c:v>
                </c:pt>
              </c:strCache>
            </c:strRef>
          </c:tx>
          <c:spPr>
            <a:ln w="508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'GRAPH (2)'!$H$2:$H$264</c:f>
              <c:strCache>
                <c:ptCount val="263"/>
                <c:pt idx="0">
                  <c:v>Yanvar</c:v>
                </c:pt>
                <c:pt idx="22">
                  <c:v>Fevral</c:v>
                </c:pt>
                <c:pt idx="42">
                  <c:v>Mart</c:v>
                </c:pt>
                <c:pt idx="60">
                  <c:v>Aprel</c:v>
                </c:pt>
                <c:pt idx="82">
                  <c:v>May</c:v>
                </c:pt>
                <c:pt idx="103">
                  <c:v>Iyun</c:v>
                </c:pt>
                <c:pt idx="123">
                  <c:v>Iyul</c:v>
                </c:pt>
                <c:pt idx="146">
                  <c:v>Avgust</c:v>
                </c:pt>
                <c:pt idx="167">
                  <c:v>Sentabr</c:v>
                </c:pt>
                <c:pt idx="188">
                  <c:v>Oktabr</c:v>
                </c:pt>
                <c:pt idx="210">
                  <c:v>Noyabr</c:v>
                </c:pt>
                <c:pt idx="230">
                  <c:v>Dekabr</c:v>
                </c:pt>
                <c:pt idx="262">
                  <c:v>20.01.2026</c:v>
                </c:pt>
              </c:strCache>
            </c:strRef>
          </c:cat>
          <c:val>
            <c:numRef>
              <c:f>'GRAPH (2)'!$C$2:$C$264</c:f>
              <c:numCache>
                <c:formatCode>0%</c:formatCode>
                <c:ptCount val="263"/>
                <c:pt idx="0">
                  <c:v>0.13500000000000001</c:v>
                </c:pt>
                <c:pt idx="1">
                  <c:v>0.13500000000000001</c:v>
                </c:pt>
                <c:pt idx="2">
                  <c:v>0.13500000000000001</c:v>
                </c:pt>
                <c:pt idx="3">
                  <c:v>0.13500000000000001</c:v>
                </c:pt>
                <c:pt idx="4">
                  <c:v>0.13500000000000001</c:v>
                </c:pt>
                <c:pt idx="5">
                  <c:v>0.13500000000000001</c:v>
                </c:pt>
                <c:pt idx="6">
                  <c:v>0.13500000000000001</c:v>
                </c:pt>
                <c:pt idx="7">
                  <c:v>0.13500000000000001</c:v>
                </c:pt>
                <c:pt idx="8">
                  <c:v>0.13500000000000001</c:v>
                </c:pt>
                <c:pt idx="9">
                  <c:v>0.13500000000000001</c:v>
                </c:pt>
                <c:pt idx="10">
                  <c:v>0.13500000000000001</c:v>
                </c:pt>
                <c:pt idx="11">
                  <c:v>0.13500000000000001</c:v>
                </c:pt>
                <c:pt idx="12">
                  <c:v>0.13500000000000001</c:v>
                </c:pt>
                <c:pt idx="13">
                  <c:v>0.13500000000000001</c:v>
                </c:pt>
                <c:pt idx="14">
                  <c:v>0.13500000000000001</c:v>
                </c:pt>
                <c:pt idx="15">
                  <c:v>0.13500000000000001</c:v>
                </c:pt>
                <c:pt idx="16">
                  <c:v>0.13500000000000001</c:v>
                </c:pt>
                <c:pt idx="17">
                  <c:v>0.13500000000000001</c:v>
                </c:pt>
                <c:pt idx="18">
                  <c:v>0.13500000000000001</c:v>
                </c:pt>
                <c:pt idx="19">
                  <c:v>0.13500000000000001</c:v>
                </c:pt>
                <c:pt idx="20">
                  <c:v>0.13500000000000001</c:v>
                </c:pt>
                <c:pt idx="21">
                  <c:v>0.13500000000000001</c:v>
                </c:pt>
                <c:pt idx="22">
                  <c:v>0.13500000000000001</c:v>
                </c:pt>
                <c:pt idx="23">
                  <c:v>0.13500000000000001</c:v>
                </c:pt>
                <c:pt idx="24">
                  <c:v>0.13500000000000001</c:v>
                </c:pt>
                <c:pt idx="25">
                  <c:v>0.13500000000000001</c:v>
                </c:pt>
                <c:pt idx="26">
                  <c:v>0.13500000000000001</c:v>
                </c:pt>
                <c:pt idx="27">
                  <c:v>0.13500000000000001</c:v>
                </c:pt>
                <c:pt idx="28">
                  <c:v>0.13500000000000001</c:v>
                </c:pt>
                <c:pt idx="29">
                  <c:v>0.13500000000000001</c:v>
                </c:pt>
                <c:pt idx="30">
                  <c:v>0.13500000000000001</c:v>
                </c:pt>
                <c:pt idx="31">
                  <c:v>0.13500000000000001</c:v>
                </c:pt>
                <c:pt idx="32">
                  <c:v>0.13500000000000001</c:v>
                </c:pt>
                <c:pt idx="33">
                  <c:v>0.13500000000000001</c:v>
                </c:pt>
                <c:pt idx="34">
                  <c:v>0.13500000000000001</c:v>
                </c:pt>
                <c:pt idx="35">
                  <c:v>0.13500000000000001</c:v>
                </c:pt>
                <c:pt idx="36">
                  <c:v>0.13500000000000001</c:v>
                </c:pt>
                <c:pt idx="37">
                  <c:v>0.13500000000000001</c:v>
                </c:pt>
                <c:pt idx="38">
                  <c:v>0.13500000000000001</c:v>
                </c:pt>
                <c:pt idx="39">
                  <c:v>0.13500000000000001</c:v>
                </c:pt>
                <c:pt idx="40">
                  <c:v>0.13500000000000001</c:v>
                </c:pt>
                <c:pt idx="41">
                  <c:v>0.13500000000000001</c:v>
                </c:pt>
                <c:pt idx="42">
                  <c:v>0.13500000000000001</c:v>
                </c:pt>
                <c:pt idx="43">
                  <c:v>0.13500000000000001</c:v>
                </c:pt>
                <c:pt idx="44">
                  <c:v>0.13500000000000001</c:v>
                </c:pt>
                <c:pt idx="45">
                  <c:v>0.13500000000000001</c:v>
                </c:pt>
                <c:pt idx="46">
                  <c:v>0.13500000000000001</c:v>
                </c:pt>
                <c:pt idx="47">
                  <c:v>0.13500000000000001</c:v>
                </c:pt>
                <c:pt idx="48">
                  <c:v>0.13500000000000001</c:v>
                </c:pt>
                <c:pt idx="49">
                  <c:v>0.13500000000000001</c:v>
                </c:pt>
                <c:pt idx="50">
                  <c:v>0.13500000000000001</c:v>
                </c:pt>
                <c:pt idx="51">
                  <c:v>0.13500000000000001</c:v>
                </c:pt>
                <c:pt idx="52">
                  <c:v>0.13500000000000001</c:v>
                </c:pt>
                <c:pt idx="53">
                  <c:v>0.13500000000000001</c:v>
                </c:pt>
                <c:pt idx="54">
                  <c:v>0.13500000000000001</c:v>
                </c:pt>
                <c:pt idx="55">
                  <c:v>0.14000000000000001</c:v>
                </c:pt>
                <c:pt idx="56">
                  <c:v>0.14000000000000001</c:v>
                </c:pt>
                <c:pt idx="57">
                  <c:v>0.14000000000000001</c:v>
                </c:pt>
                <c:pt idx="58">
                  <c:v>0.14000000000000001</c:v>
                </c:pt>
                <c:pt idx="59">
                  <c:v>0.14000000000000001</c:v>
                </c:pt>
                <c:pt idx="60">
                  <c:v>0.14000000000000001</c:v>
                </c:pt>
                <c:pt idx="61">
                  <c:v>0.14000000000000001</c:v>
                </c:pt>
                <c:pt idx="62">
                  <c:v>0.14000000000000001</c:v>
                </c:pt>
                <c:pt idx="63">
                  <c:v>0.14000000000000001</c:v>
                </c:pt>
                <c:pt idx="64">
                  <c:v>0.14000000000000001</c:v>
                </c:pt>
                <c:pt idx="65">
                  <c:v>0.14000000000000001</c:v>
                </c:pt>
                <c:pt idx="66">
                  <c:v>0.14000000000000001</c:v>
                </c:pt>
                <c:pt idx="67">
                  <c:v>0.14000000000000001</c:v>
                </c:pt>
                <c:pt idx="68">
                  <c:v>0.14000000000000001</c:v>
                </c:pt>
                <c:pt idx="69">
                  <c:v>0.14000000000000001</c:v>
                </c:pt>
                <c:pt idx="70">
                  <c:v>0.14000000000000001</c:v>
                </c:pt>
                <c:pt idx="71">
                  <c:v>0.14000000000000001</c:v>
                </c:pt>
                <c:pt idx="72">
                  <c:v>0.14000000000000001</c:v>
                </c:pt>
                <c:pt idx="73">
                  <c:v>0.14000000000000001</c:v>
                </c:pt>
                <c:pt idx="74">
                  <c:v>0.14000000000000001</c:v>
                </c:pt>
                <c:pt idx="75">
                  <c:v>0.14000000000000001</c:v>
                </c:pt>
                <c:pt idx="76">
                  <c:v>0.14000000000000001</c:v>
                </c:pt>
                <c:pt idx="77">
                  <c:v>0.14000000000000001</c:v>
                </c:pt>
                <c:pt idx="78">
                  <c:v>0.14000000000000001</c:v>
                </c:pt>
                <c:pt idx="79">
                  <c:v>0.14000000000000001</c:v>
                </c:pt>
                <c:pt idx="80">
                  <c:v>0.14000000000000001</c:v>
                </c:pt>
                <c:pt idx="81">
                  <c:v>0.14000000000000001</c:v>
                </c:pt>
                <c:pt idx="82">
                  <c:v>0.14000000000000001</c:v>
                </c:pt>
                <c:pt idx="83">
                  <c:v>0.14000000000000001</c:v>
                </c:pt>
                <c:pt idx="84">
                  <c:v>0.14000000000000001</c:v>
                </c:pt>
                <c:pt idx="85">
                  <c:v>0.14000000000000001</c:v>
                </c:pt>
                <c:pt idx="86">
                  <c:v>0.14000000000000001</c:v>
                </c:pt>
                <c:pt idx="87">
                  <c:v>0.14000000000000001</c:v>
                </c:pt>
                <c:pt idx="88">
                  <c:v>0.14000000000000001</c:v>
                </c:pt>
                <c:pt idx="89">
                  <c:v>0.14000000000000001</c:v>
                </c:pt>
                <c:pt idx="90">
                  <c:v>0.14000000000000001</c:v>
                </c:pt>
                <c:pt idx="91">
                  <c:v>0.14000000000000001</c:v>
                </c:pt>
                <c:pt idx="92">
                  <c:v>0.14000000000000001</c:v>
                </c:pt>
                <c:pt idx="93">
                  <c:v>0.14000000000000001</c:v>
                </c:pt>
                <c:pt idx="94">
                  <c:v>0.14000000000000001</c:v>
                </c:pt>
                <c:pt idx="95">
                  <c:v>0.14000000000000001</c:v>
                </c:pt>
                <c:pt idx="96">
                  <c:v>0.14000000000000001</c:v>
                </c:pt>
                <c:pt idx="97">
                  <c:v>0.14000000000000001</c:v>
                </c:pt>
                <c:pt idx="98">
                  <c:v>0.14000000000000001</c:v>
                </c:pt>
                <c:pt idx="99">
                  <c:v>0.14000000000000001</c:v>
                </c:pt>
                <c:pt idx="100">
                  <c:v>0.14000000000000001</c:v>
                </c:pt>
                <c:pt idx="101">
                  <c:v>0.14000000000000001</c:v>
                </c:pt>
                <c:pt idx="102">
                  <c:v>0.14000000000000001</c:v>
                </c:pt>
                <c:pt idx="103">
                  <c:v>0.14000000000000001</c:v>
                </c:pt>
                <c:pt idx="104">
                  <c:v>0.14000000000000001</c:v>
                </c:pt>
                <c:pt idx="105">
                  <c:v>0.14000000000000001</c:v>
                </c:pt>
                <c:pt idx="106">
                  <c:v>0.14000000000000001</c:v>
                </c:pt>
                <c:pt idx="107">
                  <c:v>0.14000000000000001</c:v>
                </c:pt>
                <c:pt idx="108">
                  <c:v>0.14000000000000001</c:v>
                </c:pt>
                <c:pt idx="109">
                  <c:v>0.14000000000000001</c:v>
                </c:pt>
                <c:pt idx="110">
                  <c:v>0.14000000000000001</c:v>
                </c:pt>
                <c:pt idx="111">
                  <c:v>0.14000000000000001</c:v>
                </c:pt>
                <c:pt idx="112">
                  <c:v>0.14000000000000001</c:v>
                </c:pt>
                <c:pt idx="113">
                  <c:v>0.14000000000000001</c:v>
                </c:pt>
                <c:pt idx="114">
                  <c:v>0.14000000000000001</c:v>
                </c:pt>
                <c:pt idx="115">
                  <c:v>0.14000000000000001</c:v>
                </c:pt>
                <c:pt idx="116">
                  <c:v>0.14000000000000001</c:v>
                </c:pt>
                <c:pt idx="117">
                  <c:v>0.14000000000000001</c:v>
                </c:pt>
                <c:pt idx="118">
                  <c:v>0.14000000000000001</c:v>
                </c:pt>
                <c:pt idx="119">
                  <c:v>0.14000000000000001</c:v>
                </c:pt>
                <c:pt idx="120">
                  <c:v>0.14000000000000001</c:v>
                </c:pt>
                <c:pt idx="121">
                  <c:v>0.14000000000000001</c:v>
                </c:pt>
                <c:pt idx="122">
                  <c:v>0.14000000000000001</c:v>
                </c:pt>
                <c:pt idx="123">
                  <c:v>0.14000000000000001</c:v>
                </c:pt>
                <c:pt idx="124">
                  <c:v>0.14000000000000001</c:v>
                </c:pt>
                <c:pt idx="125">
                  <c:v>0.14000000000000001</c:v>
                </c:pt>
                <c:pt idx="126">
                  <c:v>0.14000000000000001</c:v>
                </c:pt>
                <c:pt idx="127">
                  <c:v>0.14000000000000001</c:v>
                </c:pt>
                <c:pt idx="128">
                  <c:v>0.14000000000000001</c:v>
                </c:pt>
                <c:pt idx="129">
                  <c:v>0.14000000000000001</c:v>
                </c:pt>
                <c:pt idx="130">
                  <c:v>0.14000000000000001</c:v>
                </c:pt>
                <c:pt idx="131">
                  <c:v>0.14000000000000001</c:v>
                </c:pt>
                <c:pt idx="132">
                  <c:v>0.14000000000000001</c:v>
                </c:pt>
                <c:pt idx="133">
                  <c:v>0.14000000000000001</c:v>
                </c:pt>
                <c:pt idx="134">
                  <c:v>0.14000000000000001</c:v>
                </c:pt>
                <c:pt idx="135">
                  <c:v>0.14000000000000001</c:v>
                </c:pt>
                <c:pt idx="136">
                  <c:v>0.14000000000000001</c:v>
                </c:pt>
                <c:pt idx="137">
                  <c:v>0.14000000000000001</c:v>
                </c:pt>
                <c:pt idx="138">
                  <c:v>0.14000000000000001</c:v>
                </c:pt>
                <c:pt idx="139">
                  <c:v>0.14000000000000001</c:v>
                </c:pt>
                <c:pt idx="140">
                  <c:v>0.14000000000000001</c:v>
                </c:pt>
                <c:pt idx="141">
                  <c:v>0.14000000000000001</c:v>
                </c:pt>
                <c:pt idx="142">
                  <c:v>0.14000000000000001</c:v>
                </c:pt>
                <c:pt idx="143">
                  <c:v>0.14000000000000001</c:v>
                </c:pt>
                <c:pt idx="144">
                  <c:v>0.14000000000000001</c:v>
                </c:pt>
                <c:pt idx="145">
                  <c:v>0.14000000000000001</c:v>
                </c:pt>
                <c:pt idx="146">
                  <c:v>0.14000000000000001</c:v>
                </c:pt>
                <c:pt idx="147">
                  <c:v>0.14000000000000001</c:v>
                </c:pt>
                <c:pt idx="148">
                  <c:v>0.14000000000000001</c:v>
                </c:pt>
                <c:pt idx="149">
                  <c:v>0.14000000000000001</c:v>
                </c:pt>
                <c:pt idx="150">
                  <c:v>0.14000000000000001</c:v>
                </c:pt>
                <c:pt idx="151">
                  <c:v>0.14000000000000001</c:v>
                </c:pt>
                <c:pt idx="152">
                  <c:v>0.14000000000000001</c:v>
                </c:pt>
                <c:pt idx="153">
                  <c:v>0.14000000000000001</c:v>
                </c:pt>
                <c:pt idx="154">
                  <c:v>0.14000000000000001</c:v>
                </c:pt>
                <c:pt idx="155">
                  <c:v>0.14000000000000001</c:v>
                </c:pt>
                <c:pt idx="156">
                  <c:v>0.14000000000000001</c:v>
                </c:pt>
                <c:pt idx="157">
                  <c:v>0.14000000000000001</c:v>
                </c:pt>
                <c:pt idx="158">
                  <c:v>0.14000000000000001</c:v>
                </c:pt>
                <c:pt idx="159">
                  <c:v>0.14000000000000001</c:v>
                </c:pt>
                <c:pt idx="160">
                  <c:v>0.14000000000000001</c:v>
                </c:pt>
                <c:pt idx="161">
                  <c:v>0.14000000000000001</c:v>
                </c:pt>
                <c:pt idx="162">
                  <c:v>0.14000000000000001</c:v>
                </c:pt>
                <c:pt idx="163">
                  <c:v>0.14000000000000001</c:v>
                </c:pt>
                <c:pt idx="164">
                  <c:v>0.14000000000000001</c:v>
                </c:pt>
                <c:pt idx="165">
                  <c:v>0.14000000000000001</c:v>
                </c:pt>
                <c:pt idx="166">
                  <c:v>0.14000000000000001</c:v>
                </c:pt>
                <c:pt idx="167">
                  <c:v>0.14000000000000001</c:v>
                </c:pt>
                <c:pt idx="168">
                  <c:v>0.14000000000000001</c:v>
                </c:pt>
                <c:pt idx="169">
                  <c:v>0.14000000000000001</c:v>
                </c:pt>
                <c:pt idx="170">
                  <c:v>0.14000000000000001</c:v>
                </c:pt>
                <c:pt idx="171">
                  <c:v>0.14000000000000001</c:v>
                </c:pt>
                <c:pt idx="172">
                  <c:v>0.14000000000000001</c:v>
                </c:pt>
                <c:pt idx="173">
                  <c:v>0.14000000000000001</c:v>
                </c:pt>
                <c:pt idx="174">
                  <c:v>0.14000000000000001</c:v>
                </c:pt>
                <c:pt idx="175">
                  <c:v>0.14000000000000001</c:v>
                </c:pt>
                <c:pt idx="176">
                  <c:v>0.14000000000000001</c:v>
                </c:pt>
                <c:pt idx="177">
                  <c:v>0.14000000000000001</c:v>
                </c:pt>
                <c:pt idx="178">
                  <c:v>0.14000000000000001</c:v>
                </c:pt>
                <c:pt idx="179">
                  <c:v>0.14000000000000001</c:v>
                </c:pt>
                <c:pt idx="180">
                  <c:v>0.14000000000000001</c:v>
                </c:pt>
                <c:pt idx="181">
                  <c:v>0.14000000000000001</c:v>
                </c:pt>
                <c:pt idx="182">
                  <c:v>0.14000000000000001</c:v>
                </c:pt>
                <c:pt idx="183">
                  <c:v>0.14000000000000001</c:v>
                </c:pt>
                <c:pt idx="184">
                  <c:v>0.14000000000000001</c:v>
                </c:pt>
                <c:pt idx="185">
                  <c:v>0.14000000000000001</c:v>
                </c:pt>
                <c:pt idx="186">
                  <c:v>0.14000000000000001</c:v>
                </c:pt>
                <c:pt idx="187">
                  <c:v>0.14000000000000001</c:v>
                </c:pt>
                <c:pt idx="188">
                  <c:v>0.14000000000000001</c:v>
                </c:pt>
                <c:pt idx="189">
                  <c:v>0.14000000000000001</c:v>
                </c:pt>
                <c:pt idx="190">
                  <c:v>0.14000000000000001</c:v>
                </c:pt>
                <c:pt idx="191">
                  <c:v>0.14000000000000001</c:v>
                </c:pt>
                <c:pt idx="192">
                  <c:v>0.14000000000000001</c:v>
                </c:pt>
                <c:pt idx="193">
                  <c:v>0.14000000000000001</c:v>
                </c:pt>
                <c:pt idx="194">
                  <c:v>0.14000000000000001</c:v>
                </c:pt>
                <c:pt idx="195">
                  <c:v>0.14000000000000001</c:v>
                </c:pt>
                <c:pt idx="196">
                  <c:v>0.14000000000000001</c:v>
                </c:pt>
                <c:pt idx="197">
                  <c:v>0.14000000000000001</c:v>
                </c:pt>
                <c:pt idx="198">
                  <c:v>0.14000000000000001</c:v>
                </c:pt>
                <c:pt idx="199">
                  <c:v>0.14000000000000001</c:v>
                </c:pt>
                <c:pt idx="200">
                  <c:v>0.14000000000000001</c:v>
                </c:pt>
                <c:pt idx="201">
                  <c:v>0.14000000000000001</c:v>
                </c:pt>
                <c:pt idx="202">
                  <c:v>0.14000000000000001</c:v>
                </c:pt>
                <c:pt idx="203">
                  <c:v>0.14000000000000001</c:v>
                </c:pt>
                <c:pt idx="204">
                  <c:v>0.14000000000000001</c:v>
                </c:pt>
                <c:pt idx="205">
                  <c:v>0.14000000000000001</c:v>
                </c:pt>
                <c:pt idx="206">
                  <c:v>0.14000000000000001</c:v>
                </c:pt>
                <c:pt idx="207">
                  <c:v>0.14000000000000001</c:v>
                </c:pt>
                <c:pt idx="208">
                  <c:v>0.14000000000000001</c:v>
                </c:pt>
                <c:pt idx="209">
                  <c:v>0.14000000000000001</c:v>
                </c:pt>
                <c:pt idx="210">
                  <c:v>0.14000000000000001</c:v>
                </c:pt>
                <c:pt idx="211">
                  <c:v>0.14000000000000001</c:v>
                </c:pt>
                <c:pt idx="212">
                  <c:v>0.14000000000000001</c:v>
                </c:pt>
                <c:pt idx="213">
                  <c:v>0.14000000000000001</c:v>
                </c:pt>
                <c:pt idx="214">
                  <c:v>0.14000000000000001</c:v>
                </c:pt>
                <c:pt idx="215">
                  <c:v>0.14000000000000001</c:v>
                </c:pt>
                <c:pt idx="216">
                  <c:v>0.14000000000000001</c:v>
                </c:pt>
                <c:pt idx="217">
                  <c:v>0.14000000000000001</c:v>
                </c:pt>
                <c:pt idx="218" formatCode="0.00%">
                  <c:v>0.14000000000000001</c:v>
                </c:pt>
                <c:pt idx="219" formatCode="0.00%">
                  <c:v>0.14000000000000001</c:v>
                </c:pt>
                <c:pt idx="220" formatCode="0.00%">
                  <c:v>0.14000000000000001</c:v>
                </c:pt>
                <c:pt idx="221" formatCode="0.00%">
                  <c:v>0.14000000000000001</c:v>
                </c:pt>
                <c:pt idx="222" formatCode="0.00%">
                  <c:v>0.14000000000000001</c:v>
                </c:pt>
                <c:pt idx="223" formatCode="0.00%">
                  <c:v>0.14000000000000001</c:v>
                </c:pt>
                <c:pt idx="224" formatCode="0.00%">
                  <c:v>0.14000000000000001</c:v>
                </c:pt>
                <c:pt idx="225" formatCode="0.00%">
                  <c:v>0.14000000000000001</c:v>
                </c:pt>
                <c:pt idx="226" formatCode="0.00%">
                  <c:v>0.14000000000000001</c:v>
                </c:pt>
                <c:pt idx="227" formatCode="0.00%">
                  <c:v>0.14000000000000001</c:v>
                </c:pt>
                <c:pt idx="228" formatCode="0.00%">
                  <c:v>0.14000000000000001</c:v>
                </c:pt>
                <c:pt idx="229" formatCode="0.00%">
                  <c:v>0.14000000000000001</c:v>
                </c:pt>
                <c:pt idx="230" formatCode="0.00%">
                  <c:v>0.14000000000000001</c:v>
                </c:pt>
                <c:pt idx="231" formatCode="0.00%">
                  <c:v>0.14000000000000001</c:v>
                </c:pt>
                <c:pt idx="232" formatCode="0.00%">
                  <c:v>0.14000000000000001</c:v>
                </c:pt>
                <c:pt idx="233" formatCode="0.00%">
                  <c:v>0.14000000000000001</c:v>
                </c:pt>
                <c:pt idx="234" formatCode="0.00%">
                  <c:v>0.14000000000000001</c:v>
                </c:pt>
                <c:pt idx="235" formatCode="0.00%">
                  <c:v>0.14000000000000001</c:v>
                </c:pt>
                <c:pt idx="236" formatCode="0.00%">
                  <c:v>0.14000000000000001</c:v>
                </c:pt>
                <c:pt idx="237" formatCode="0.00%">
                  <c:v>0.14000000000000001</c:v>
                </c:pt>
                <c:pt idx="238" formatCode="0.00%">
                  <c:v>0.14000000000000001</c:v>
                </c:pt>
                <c:pt idx="239" formatCode="0.00%">
                  <c:v>0.14000000000000001</c:v>
                </c:pt>
                <c:pt idx="240" formatCode="0.00%">
                  <c:v>0.14000000000000001</c:v>
                </c:pt>
                <c:pt idx="241" formatCode="0.00%">
                  <c:v>0.14000000000000001</c:v>
                </c:pt>
                <c:pt idx="242" formatCode="0.00%">
                  <c:v>0.14000000000000001</c:v>
                </c:pt>
                <c:pt idx="243" formatCode="0.00%">
                  <c:v>0.14000000000000001</c:v>
                </c:pt>
                <c:pt idx="244" formatCode="0.00%">
                  <c:v>0.14000000000000001</c:v>
                </c:pt>
                <c:pt idx="245" formatCode="0.00%">
                  <c:v>0.14000000000000001</c:v>
                </c:pt>
                <c:pt idx="246" formatCode="0.00%">
                  <c:v>0.14000000000000001</c:v>
                </c:pt>
                <c:pt idx="247" formatCode="0.00%">
                  <c:v>0.14000000000000001</c:v>
                </c:pt>
                <c:pt idx="248" formatCode="0.00%">
                  <c:v>0.14000000000000001</c:v>
                </c:pt>
                <c:pt idx="249" formatCode="0.00%">
                  <c:v>0.14000000000000001</c:v>
                </c:pt>
                <c:pt idx="250" formatCode="0.00%">
                  <c:v>0.14000000000000001</c:v>
                </c:pt>
                <c:pt idx="251" formatCode="0.00%">
                  <c:v>0.14000000000000001</c:v>
                </c:pt>
                <c:pt idx="252" formatCode="0.00%">
                  <c:v>0.14000000000000001</c:v>
                </c:pt>
                <c:pt idx="253" formatCode="0.00%">
                  <c:v>0.14000000000000001</c:v>
                </c:pt>
                <c:pt idx="254" formatCode="0.00%">
                  <c:v>0.14000000000000001</c:v>
                </c:pt>
                <c:pt idx="255" formatCode="0.00%">
                  <c:v>0.14000000000000001</c:v>
                </c:pt>
                <c:pt idx="256" formatCode="0.00%">
                  <c:v>0.14000000000000001</c:v>
                </c:pt>
                <c:pt idx="257" formatCode="0.00%">
                  <c:v>0.14000000000000001</c:v>
                </c:pt>
                <c:pt idx="258" formatCode="0.00%">
                  <c:v>0.14000000000000001</c:v>
                </c:pt>
                <c:pt idx="259" formatCode="0.00%">
                  <c:v>0.14000000000000001</c:v>
                </c:pt>
                <c:pt idx="260" formatCode="0.00%">
                  <c:v>0.14000000000000001</c:v>
                </c:pt>
                <c:pt idx="261" formatCode="0.00%">
                  <c:v>0.14000000000000001</c:v>
                </c:pt>
                <c:pt idx="262" formatCode="0.00%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6B-4CF0-AE2F-485A38C29975}"/>
            </c:ext>
          </c:extLst>
        </c:ser>
        <c:ser>
          <c:idx val="1"/>
          <c:order val="1"/>
          <c:tx>
            <c:strRef>
              <c:f>'GRAPH (2)'!$D$1</c:f>
              <c:strCache>
                <c:ptCount val="1"/>
                <c:pt idx="0">
                  <c:v>Quyi/Yuqori chegara</c:v>
                </c:pt>
              </c:strCache>
            </c:strRef>
          </c:tx>
          <c:spPr>
            <a:ln w="5080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'GRAPH (2)'!$H$2:$H$264</c:f>
              <c:strCache>
                <c:ptCount val="263"/>
                <c:pt idx="0">
                  <c:v>Yanvar</c:v>
                </c:pt>
                <c:pt idx="22">
                  <c:v>Fevral</c:v>
                </c:pt>
                <c:pt idx="42">
                  <c:v>Mart</c:v>
                </c:pt>
                <c:pt idx="60">
                  <c:v>Aprel</c:v>
                </c:pt>
                <c:pt idx="82">
                  <c:v>May</c:v>
                </c:pt>
                <c:pt idx="103">
                  <c:v>Iyun</c:v>
                </c:pt>
                <c:pt idx="123">
                  <c:v>Iyul</c:v>
                </c:pt>
                <c:pt idx="146">
                  <c:v>Avgust</c:v>
                </c:pt>
                <c:pt idx="167">
                  <c:v>Sentabr</c:v>
                </c:pt>
                <c:pt idx="188">
                  <c:v>Oktabr</c:v>
                </c:pt>
                <c:pt idx="210">
                  <c:v>Noyabr</c:v>
                </c:pt>
                <c:pt idx="230">
                  <c:v>Dekabr</c:v>
                </c:pt>
                <c:pt idx="262">
                  <c:v>20.01.2026</c:v>
                </c:pt>
              </c:strCache>
            </c:strRef>
          </c:cat>
          <c:val>
            <c:numRef>
              <c:f>'GRAPH (2)'!$D$2:$D$264</c:f>
              <c:numCache>
                <c:formatCode>0%</c:formatCode>
                <c:ptCount val="263"/>
                <c:pt idx="0">
                  <c:v>0.115</c:v>
                </c:pt>
                <c:pt idx="1">
                  <c:v>0.115</c:v>
                </c:pt>
                <c:pt idx="2">
                  <c:v>0.115</c:v>
                </c:pt>
                <c:pt idx="3">
                  <c:v>0.115</c:v>
                </c:pt>
                <c:pt idx="4">
                  <c:v>0.115</c:v>
                </c:pt>
                <c:pt idx="5">
                  <c:v>0.115</c:v>
                </c:pt>
                <c:pt idx="6">
                  <c:v>0.115</c:v>
                </c:pt>
                <c:pt idx="7">
                  <c:v>0.115</c:v>
                </c:pt>
                <c:pt idx="8">
                  <c:v>0.115</c:v>
                </c:pt>
                <c:pt idx="9">
                  <c:v>0.115</c:v>
                </c:pt>
                <c:pt idx="10">
                  <c:v>0.115</c:v>
                </c:pt>
                <c:pt idx="11">
                  <c:v>0.115</c:v>
                </c:pt>
                <c:pt idx="12">
                  <c:v>0.115</c:v>
                </c:pt>
                <c:pt idx="13">
                  <c:v>0.115</c:v>
                </c:pt>
                <c:pt idx="14">
                  <c:v>0.115</c:v>
                </c:pt>
                <c:pt idx="15">
                  <c:v>0.115</c:v>
                </c:pt>
                <c:pt idx="16">
                  <c:v>0.115</c:v>
                </c:pt>
                <c:pt idx="17">
                  <c:v>0.115</c:v>
                </c:pt>
                <c:pt idx="18">
                  <c:v>0.115</c:v>
                </c:pt>
                <c:pt idx="19">
                  <c:v>0.115</c:v>
                </c:pt>
                <c:pt idx="20">
                  <c:v>0.115</c:v>
                </c:pt>
                <c:pt idx="21">
                  <c:v>0.115</c:v>
                </c:pt>
                <c:pt idx="22">
                  <c:v>0.115</c:v>
                </c:pt>
                <c:pt idx="23">
                  <c:v>0.115</c:v>
                </c:pt>
                <c:pt idx="24">
                  <c:v>0.115</c:v>
                </c:pt>
                <c:pt idx="25">
                  <c:v>0.115</c:v>
                </c:pt>
                <c:pt idx="26">
                  <c:v>0.115</c:v>
                </c:pt>
                <c:pt idx="27">
                  <c:v>0.115</c:v>
                </c:pt>
                <c:pt idx="28">
                  <c:v>0.115</c:v>
                </c:pt>
                <c:pt idx="29">
                  <c:v>0.115</c:v>
                </c:pt>
                <c:pt idx="30">
                  <c:v>0.115</c:v>
                </c:pt>
                <c:pt idx="31">
                  <c:v>0.115</c:v>
                </c:pt>
                <c:pt idx="32">
                  <c:v>0.115</c:v>
                </c:pt>
                <c:pt idx="33">
                  <c:v>0.115</c:v>
                </c:pt>
                <c:pt idx="34">
                  <c:v>0.115</c:v>
                </c:pt>
                <c:pt idx="35">
                  <c:v>0.115</c:v>
                </c:pt>
                <c:pt idx="36">
                  <c:v>0.115</c:v>
                </c:pt>
                <c:pt idx="37">
                  <c:v>0.115</c:v>
                </c:pt>
                <c:pt idx="38">
                  <c:v>0.115</c:v>
                </c:pt>
                <c:pt idx="39">
                  <c:v>0.115</c:v>
                </c:pt>
                <c:pt idx="40">
                  <c:v>0.115</c:v>
                </c:pt>
                <c:pt idx="41">
                  <c:v>0.115</c:v>
                </c:pt>
                <c:pt idx="42">
                  <c:v>0.115</c:v>
                </c:pt>
                <c:pt idx="43">
                  <c:v>0.115</c:v>
                </c:pt>
                <c:pt idx="44">
                  <c:v>0.115</c:v>
                </c:pt>
                <c:pt idx="45">
                  <c:v>0.115</c:v>
                </c:pt>
                <c:pt idx="46">
                  <c:v>0.115</c:v>
                </c:pt>
                <c:pt idx="47">
                  <c:v>0.115</c:v>
                </c:pt>
                <c:pt idx="48">
                  <c:v>0.115</c:v>
                </c:pt>
                <c:pt idx="49">
                  <c:v>0.115</c:v>
                </c:pt>
                <c:pt idx="50">
                  <c:v>0.115</c:v>
                </c:pt>
                <c:pt idx="51">
                  <c:v>0.115</c:v>
                </c:pt>
                <c:pt idx="52">
                  <c:v>0.115</c:v>
                </c:pt>
                <c:pt idx="53">
                  <c:v>0.115</c:v>
                </c:pt>
                <c:pt idx="54">
                  <c:v>0.115</c:v>
                </c:pt>
                <c:pt idx="55">
                  <c:v>0.12</c:v>
                </c:pt>
                <c:pt idx="56">
                  <c:v>0.12</c:v>
                </c:pt>
                <c:pt idx="57">
                  <c:v>0.12</c:v>
                </c:pt>
                <c:pt idx="58">
                  <c:v>0.12</c:v>
                </c:pt>
                <c:pt idx="59">
                  <c:v>0.12</c:v>
                </c:pt>
                <c:pt idx="60">
                  <c:v>0.12</c:v>
                </c:pt>
                <c:pt idx="61">
                  <c:v>0.12</c:v>
                </c:pt>
                <c:pt idx="62">
                  <c:v>0.12</c:v>
                </c:pt>
                <c:pt idx="63">
                  <c:v>0.12</c:v>
                </c:pt>
                <c:pt idx="64">
                  <c:v>0.12</c:v>
                </c:pt>
                <c:pt idx="65">
                  <c:v>0.12</c:v>
                </c:pt>
                <c:pt idx="66">
                  <c:v>0.12</c:v>
                </c:pt>
                <c:pt idx="67">
                  <c:v>0.12</c:v>
                </c:pt>
                <c:pt idx="68">
                  <c:v>0.12</c:v>
                </c:pt>
                <c:pt idx="69">
                  <c:v>0.12</c:v>
                </c:pt>
                <c:pt idx="70">
                  <c:v>0.12</c:v>
                </c:pt>
                <c:pt idx="71">
                  <c:v>0.12</c:v>
                </c:pt>
                <c:pt idx="72">
                  <c:v>0.12</c:v>
                </c:pt>
                <c:pt idx="73">
                  <c:v>0.12</c:v>
                </c:pt>
                <c:pt idx="74">
                  <c:v>0.12</c:v>
                </c:pt>
                <c:pt idx="75">
                  <c:v>0.12</c:v>
                </c:pt>
                <c:pt idx="76">
                  <c:v>0.12</c:v>
                </c:pt>
                <c:pt idx="77">
                  <c:v>0.12</c:v>
                </c:pt>
                <c:pt idx="78">
                  <c:v>0.12</c:v>
                </c:pt>
                <c:pt idx="79">
                  <c:v>0.12</c:v>
                </c:pt>
                <c:pt idx="80">
                  <c:v>0.12</c:v>
                </c:pt>
                <c:pt idx="81">
                  <c:v>0.12</c:v>
                </c:pt>
                <c:pt idx="82">
                  <c:v>0.12</c:v>
                </c:pt>
                <c:pt idx="83">
                  <c:v>0.12</c:v>
                </c:pt>
                <c:pt idx="84">
                  <c:v>0.12</c:v>
                </c:pt>
                <c:pt idx="85">
                  <c:v>0.12</c:v>
                </c:pt>
                <c:pt idx="86">
                  <c:v>0.12</c:v>
                </c:pt>
                <c:pt idx="87">
                  <c:v>0.12</c:v>
                </c:pt>
                <c:pt idx="88">
                  <c:v>0.12</c:v>
                </c:pt>
                <c:pt idx="89">
                  <c:v>0.12</c:v>
                </c:pt>
                <c:pt idx="90">
                  <c:v>0.12</c:v>
                </c:pt>
                <c:pt idx="91">
                  <c:v>0.12</c:v>
                </c:pt>
                <c:pt idx="92">
                  <c:v>0.12</c:v>
                </c:pt>
                <c:pt idx="93">
                  <c:v>0.12</c:v>
                </c:pt>
                <c:pt idx="94">
                  <c:v>0.12</c:v>
                </c:pt>
                <c:pt idx="95">
                  <c:v>0.12</c:v>
                </c:pt>
                <c:pt idx="96">
                  <c:v>0.12</c:v>
                </c:pt>
                <c:pt idx="97">
                  <c:v>0.12</c:v>
                </c:pt>
                <c:pt idx="98">
                  <c:v>0.12</c:v>
                </c:pt>
                <c:pt idx="99">
                  <c:v>0.12</c:v>
                </c:pt>
                <c:pt idx="100">
                  <c:v>0.12</c:v>
                </c:pt>
                <c:pt idx="101">
                  <c:v>0.12</c:v>
                </c:pt>
                <c:pt idx="102">
                  <c:v>0.12</c:v>
                </c:pt>
                <c:pt idx="103">
                  <c:v>0.12</c:v>
                </c:pt>
                <c:pt idx="104">
                  <c:v>0.12</c:v>
                </c:pt>
                <c:pt idx="105">
                  <c:v>0.12</c:v>
                </c:pt>
                <c:pt idx="106">
                  <c:v>0.12</c:v>
                </c:pt>
                <c:pt idx="107">
                  <c:v>0.12</c:v>
                </c:pt>
                <c:pt idx="108">
                  <c:v>0.12</c:v>
                </c:pt>
                <c:pt idx="109">
                  <c:v>0.12</c:v>
                </c:pt>
                <c:pt idx="110">
                  <c:v>0.12</c:v>
                </c:pt>
                <c:pt idx="111">
                  <c:v>0.12</c:v>
                </c:pt>
                <c:pt idx="112">
                  <c:v>0.12</c:v>
                </c:pt>
                <c:pt idx="113">
                  <c:v>0.12</c:v>
                </c:pt>
                <c:pt idx="114">
                  <c:v>0.12</c:v>
                </c:pt>
                <c:pt idx="115">
                  <c:v>0.12</c:v>
                </c:pt>
                <c:pt idx="116">
                  <c:v>0.12</c:v>
                </c:pt>
                <c:pt idx="117">
                  <c:v>0.12</c:v>
                </c:pt>
                <c:pt idx="118">
                  <c:v>0.12</c:v>
                </c:pt>
                <c:pt idx="119">
                  <c:v>0.12</c:v>
                </c:pt>
                <c:pt idx="120">
                  <c:v>0.12</c:v>
                </c:pt>
                <c:pt idx="121">
                  <c:v>0.12</c:v>
                </c:pt>
                <c:pt idx="122">
                  <c:v>0.12</c:v>
                </c:pt>
                <c:pt idx="123">
                  <c:v>0.12</c:v>
                </c:pt>
                <c:pt idx="124">
                  <c:v>0.12</c:v>
                </c:pt>
                <c:pt idx="125">
                  <c:v>0.12</c:v>
                </c:pt>
                <c:pt idx="126">
                  <c:v>0.12</c:v>
                </c:pt>
                <c:pt idx="127">
                  <c:v>0.12</c:v>
                </c:pt>
                <c:pt idx="128">
                  <c:v>0.12</c:v>
                </c:pt>
                <c:pt idx="129">
                  <c:v>0.12</c:v>
                </c:pt>
                <c:pt idx="130">
                  <c:v>0.12</c:v>
                </c:pt>
                <c:pt idx="131">
                  <c:v>0.12</c:v>
                </c:pt>
                <c:pt idx="132">
                  <c:v>0.12</c:v>
                </c:pt>
                <c:pt idx="133">
                  <c:v>0.12</c:v>
                </c:pt>
                <c:pt idx="134">
                  <c:v>0.12</c:v>
                </c:pt>
                <c:pt idx="135">
                  <c:v>0.12</c:v>
                </c:pt>
                <c:pt idx="136">
                  <c:v>0.12</c:v>
                </c:pt>
                <c:pt idx="137">
                  <c:v>0.12</c:v>
                </c:pt>
                <c:pt idx="138">
                  <c:v>0.12</c:v>
                </c:pt>
                <c:pt idx="139">
                  <c:v>0.12</c:v>
                </c:pt>
                <c:pt idx="140">
                  <c:v>0.12</c:v>
                </c:pt>
                <c:pt idx="141">
                  <c:v>0.12</c:v>
                </c:pt>
                <c:pt idx="142">
                  <c:v>0.12</c:v>
                </c:pt>
                <c:pt idx="143">
                  <c:v>0.12</c:v>
                </c:pt>
                <c:pt idx="144">
                  <c:v>0.12</c:v>
                </c:pt>
                <c:pt idx="145">
                  <c:v>0.12</c:v>
                </c:pt>
                <c:pt idx="146">
                  <c:v>0.12</c:v>
                </c:pt>
                <c:pt idx="147">
                  <c:v>0.12</c:v>
                </c:pt>
                <c:pt idx="148">
                  <c:v>0.12</c:v>
                </c:pt>
                <c:pt idx="149">
                  <c:v>0.12</c:v>
                </c:pt>
                <c:pt idx="150">
                  <c:v>0.12</c:v>
                </c:pt>
                <c:pt idx="151">
                  <c:v>0.12</c:v>
                </c:pt>
                <c:pt idx="152">
                  <c:v>0.12</c:v>
                </c:pt>
                <c:pt idx="153">
                  <c:v>0.12</c:v>
                </c:pt>
                <c:pt idx="154">
                  <c:v>0.12</c:v>
                </c:pt>
                <c:pt idx="155">
                  <c:v>0.12</c:v>
                </c:pt>
                <c:pt idx="156">
                  <c:v>0.12</c:v>
                </c:pt>
                <c:pt idx="157">
                  <c:v>0.12</c:v>
                </c:pt>
                <c:pt idx="158">
                  <c:v>0.12</c:v>
                </c:pt>
                <c:pt idx="159">
                  <c:v>0.12</c:v>
                </c:pt>
                <c:pt idx="160">
                  <c:v>0.12</c:v>
                </c:pt>
                <c:pt idx="161">
                  <c:v>0.12</c:v>
                </c:pt>
                <c:pt idx="162">
                  <c:v>0.12</c:v>
                </c:pt>
                <c:pt idx="163">
                  <c:v>0.12</c:v>
                </c:pt>
                <c:pt idx="164">
                  <c:v>0.12</c:v>
                </c:pt>
                <c:pt idx="165">
                  <c:v>0.12</c:v>
                </c:pt>
                <c:pt idx="166">
                  <c:v>0.12</c:v>
                </c:pt>
                <c:pt idx="167">
                  <c:v>0.12</c:v>
                </c:pt>
                <c:pt idx="168">
                  <c:v>0.12</c:v>
                </c:pt>
                <c:pt idx="169">
                  <c:v>0.12</c:v>
                </c:pt>
                <c:pt idx="170">
                  <c:v>0.12</c:v>
                </c:pt>
                <c:pt idx="171">
                  <c:v>0.12</c:v>
                </c:pt>
                <c:pt idx="172">
                  <c:v>0.12</c:v>
                </c:pt>
                <c:pt idx="173">
                  <c:v>0.12</c:v>
                </c:pt>
                <c:pt idx="174">
                  <c:v>0.12</c:v>
                </c:pt>
                <c:pt idx="175">
                  <c:v>0.12</c:v>
                </c:pt>
                <c:pt idx="176">
                  <c:v>0.12</c:v>
                </c:pt>
                <c:pt idx="177">
                  <c:v>0.12</c:v>
                </c:pt>
                <c:pt idx="178">
                  <c:v>0.12</c:v>
                </c:pt>
                <c:pt idx="179">
                  <c:v>0.12</c:v>
                </c:pt>
                <c:pt idx="180">
                  <c:v>0.12</c:v>
                </c:pt>
                <c:pt idx="181">
                  <c:v>0.12</c:v>
                </c:pt>
                <c:pt idx="182">
                  <c:v>0.12</c:v>
                </c:pt>
                <c:pt idx="183">
                  <c:v>0.12</c:v>
                </c:pt>
                <c:pt idx="184">
                  <c:v>0.12</c:v>
                </c:pt>
                <c:pt idx="185">
                  <c:v>0.12</c:v>
                </c:pt>
                <c:pt idx="186">
                  <c:v>0.12</c:v>
                </c:pt>
                <c:pt idx="187">
                  <c:v>0.12</c:v>
                </c:pt>
                <c:pt idx="188">
                  <c:v>0.12</c:v>
                </c:pt>
                <c:pt idx="189">
                  <c:v>0.12</c:v>
                </c:pt>
                <c:pt idx="190">
                  <c:v>0.12</c:v>
                </c:pt>
                <c:pt idx="191">
                  <c:v>0.12</c:v>
                </c:pt>
                <c:pt idx="192">
                  <c:v>0.12</c:v>
                </c:pt>
                <c:pt idx="193">
                  <c:v>0.12</c:v>
                </c:pt>
                <c:pt idx="194">
                  <c:v>0.12</c:v>
                </c:pt>
                <c:pt idx="195">
                  <c:v>0.12</c:v>
                </c:pt>
                <c:pt idx="196">
                  <c:v>0.12</c:v>
                </c:pt>
                <c:pt idx="197">
                  <c:v>0.12</c:v>
                </c:pt>
                <c:pt idx="198">
                  <c:v>0.12</c:v>
                </c:pt>
                <c:pt idx="199">
                  <c:v>0.12</c:v>
                </c:pt>
                <c:pt idx="200">
                  <c:v>0.12</c:v>
                </c:pt>
                <c:pt idx="201">
                  <c:v>0.12</c:v>
                </c:pt>
                <c:pt idx="202">
                  <c:v>0.12</c:v>
                </c:pt>
                <c:pt idx="203">
                  <c:v>0.12</c:v>
                </c:pt>
                <c:pt idx="204">
                  <c:v>0.12</c:v>
                </c:pt>
                <c:pt idx="205">
                  <c:v>0.12</c:v>
                </c:pt>
                <c:pt idx="206">
                  <c:v>0.12</c:v>
                </c:pt>
                <c:pt idx="207">
                  <c:v>0.12</c:v>
                </c:pt>
                <c:pt idx="208">
                  <c:v>0.12</c:v>
                </c:pt>
                <c:pt idx="209">
                  <c:v>0.12</c:v>
                </c:pt>
                <c:pt idx="210">
                  <c:v>0.12</c:v>
                </c:pt>
                <c:pt idx="211">
                  <c:v>0.12</c:v>
                </c:pt>
                <c:pt idx="212">
                  <c:v>0.12</c:v>
                </c:pt>
                <c:pt idx="213">
                  <c:v>0.12</c:v>
                </c:pt>
                <c:pt idx="214">
                  <c:v>0.12</c:v>
                </c:pt>
                <c:pt idx="215">
                  <c:v>0.12</c:v>
                </c:pt>
                <c:pt idx="216">
                  <c:v>0.12</c:v>
                </c:pt>
                <c:pt idx="217">
                  <c:v>0.12</c:v>
                </c:pt>
                <c:pt idx="218" formatCode="0.00%">
                  <c:v>0.12</c:v>
                </c:pt>
                <c:pt idx="219" formatCode="0.00%">
                  <c:v>0.12</c:v>
                </c:pt>
                <c:pt idx="220" formatCode="0.00%">
                  <c:v>0.12</c:v>
                </c:pt>
                <c:pt idx="221" formatCode="0.00%">
                  <c:v>0.12</c:v>
                </c:pt>
                <c:pt idx="222" formatCode="0.00%">
                  <c:v>0.12</c:v>
                </c:pt>
                <c:pt idx="223" formatCode="0.00%">
                  <c:v>0.12</c:v>
                </c:pt>
                <c:pt idx="224" formatCode="0.00%">
                  <c:v>0.12</c:v>
                </c:pt>
                <c:pt idx="225" formatCode="0.00%">
                  <c:v>0.12</c:v>
                </c:pt>
                <c:pt idx="226" formatCode="0.00%">
                  <c:v>0.12</c:v>
                </c:pt>
                <c:pt idx="227" formatCode="0.00%">
                  <c:v>0.12</c:v>
                </c:pt>
                <c:pt idx="228" formatCode="0.00%">
                  <c:v>0.12</c:v>
                </c:pt>
                <c:pt idx="229" formatCode="0.00%">
                  <c:v>0.12</c:v>
                </c:pt>
                <c:pt idx="230" formatCode="0.00%">
                  <c:v>0.12</c:v>
                </c:pt>
                <c:pt idx="231" formatCode="0.00%">
                  <c:v>0.12</c:v>
                </c:pt>
                <c:pt idx="232" formatCode="0.00%">
                  <c:v>0.12</c:v>
                </c:pt>
                <c:pt idx="233" formatCode="0.00%">
                  <c:v>0.12</c:v>
                </c:pt>
                <c:pt idx="234" formatCode="0.00%">
                  <c:v>0.12</c:v>
                </c:pt>
                <c:pt idx="235" formatCode="0.00%">
                  <c:v>0.12</c:v>
                </c:pt>
                <c:pt idx="236" formatCode="0.00%">
                  <c:v>0.12</c:v>
                </c:pt>
                <c:pt idx="237" formatCode="0.00%">
                  <c:v>0.12</c:v>
                </c:pt>
                <c:pt idx="238" formatCode="0.00%">
                  <c:v>0.12</c:v>
                </c:pt>
                <c:pt idx="239" formatCode="0.00%">
                  <c:v>0.12</c:v>
                </c:pt>
                <c:pt idx="240" formatCode="0.00%">
                  <c:v>0.12</c:v>
                </c:pt>
                <c:pt idx="241" formatCode="0.00%">
                  <c:v>0.12</c:v>
                </c:pt>
                <c:pt idx="242" formatCode="0.00%">
                  <c:v>0.12</c:v>
                </c:pt>
                <c:pt idx="243" formatCode="0.00%">
                  <c:v>0.12</c:v>
                </c:pt>
                <c:pt idx="244" formatCode="0.00%">
                  <c:v>0.12</c:v>
                </c:pt>
                <c:pt idx="245" formatCode="0.00%">
                  <c:v>0.12</c:v>
                </c:pt>
                <c:pt idx="246" formatCode="0.00%">
                  <c:v>0.12</c:v>
                </c:pt>
                <c:pt idx="247" formatCode="0.00%">
                  <c:v>0.12</c:v>
                </c:pt>
                <c:pt idx="248" formatCode="0.00%">
                  <c:v>0.12</c:v>
                </c:pt>
                <c:pt idx="249" formatCode="0.00%">
                  <c:v>0.12</c:v>
                </c:pt>
                <c:pt idx="250" formatCode="0.00%">
                  <c:v>0.12</c:v>
                </c:pt>
                <c:pt idx="251" formatCode="0.00%">
                  <c:v>0.12</c:v>
                </c:pt>
                <c:pt idx="252" formatCode="0.00%">
                  <c:v>0.12</c:v>
                </c:pt>
                <c:pt idx="253" formatCode="0.00%">
                  <c:v>0.12</c:v>
                </c:pt>
                <c:pt idx="254" formatCode="0.00%">
                  <c:v>0.12</c:v>
                </c:pt>
                <c:pt idx="255" formatCode="0.00%">
                  <c:v>0.12</c:v>
                </c:pt>
                <c:pt idx="256" formatCode="0.00%">
                  <c:v>0.12</c:v>
                </c:pt>
                <c:pt idx="257" formatCode="0.00%">
                  <c:v>0.12</c:v>
                </c:pt>
                <c:pt idx="258" formatCode="0.00%">
                  <c:v>0.12</c:v>
                </c:pt>
                <c:pt idx="259" formatCode="0.00%">
                  <c:v>0.12</c:v>
                </c:pt>
                <c:pt idx="260" formatCode="0.00%">
                  <c:v>0.12</c:v>
                </c:pt>
                <c:pt idx="261" formatCode="0.00%">
                  <c:v>0.12</c:v>
                </c:pt>
                <c:pt idx="262" formatCode="0.00%">
                  <c:v>0.12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6B-4CF0-AE2F-485A38C29975}"/>
            </c:ext>
          </c:extLst>
        </c:ser>
        <c:ser>
          <c:idx val="2"/>
          <c:order val="2"/>
          <c:tx>
            <c:strRef>
              <c:f>'GRAPH (2)'!$E$1</c:f>
              <c:strCache>
                <c:ptCount val="1"/>
                <c:pt idx="0">
                  <c:v>Yuqori chegara</c:v>
                </c:pt>
              </c:strCache>
            </c:strRef>
          </c:tx>
          <c:spPr>
            <a:ln w="5080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'GRAPH (2)'!$H$2:$H$264</c:f>
              <c:strCache>
                <c:ptCount val="263"/>
                <c:pt idx="0">
                  <c:v>Yanvar</c:v>
                </c:pt>
                <c:pt idx="22">
                  <c:v>Fevral</c:v>
                </c:pt>
                <c:pt idx="42">
                  <c:v>Mart</c:v>
                </c:pt>
                <c:pt idx="60">
                  <c:v>Aprel</c:v>
                </c:pt>
                <c:pt idx="82">
                  <c:v>May</c:v>
                </c:pt>
                <c:pt idx="103">
                  <c:v>Iyun</c:v>
                </c:pt>
                <c:pt idx="123">
                  <c:v>Iyul</c:v>
                </c:pt>
                <c:pt idx="146">
                  <c:v>Avgust</c:v>
                </c:pt>
                <c:pt idx="167">
                  <c:v>Sentabr</c:v>
                </c:pt>
                <c:pt idx="188">
                  <c:v>Oktabr</c:v>
                </c:pt>
                <c:pt idx="210">
                  <c:v>Noyabr</c:v>
                </c:pt>
                <c:pt idx="230">
                  <c:v>Dekabr</c:v>
                </c:pt>
                <c:pt idx="262">
                  <c:v>20.01.2026</c:v>
                </c:pt>
              </c:strCache>
            </c:strRef>
          </c:cat>
          <c:val>
            <c:numRef>
              <c:f>'GRAPH (2)'!$E$2:$E$264</c:f>
              <c:numCache>
                <c:formatCode>0%</c:formatCode>
                <c:ptCount val="263"/>
                <c:pt idx="0">
                  <c:v>0.155</c:v>
                </c:pt>
                <c:pt idx="1">
                  <c:v>0.155</c:v>
                </c:pt>
                <c:pt idx="2">
                  <c:v>0.155</c:v>
                </c:pt>
                <c:pt idx="3">
                  <c:v>0.155</c:v>
                </c:pt>
                <c:pt idx="4">
                  <c:v>0.155</c:v>
                </c:pt>
                <c:pt idx="5">
                  <c:v>0.155</c:v>
                </c:pt>
                <c:pt idx="6">
                  <c:v>0.155</c:v>
                </c:pt>
                <c:pt idx="7">
                  <c:v>0.155</c:v>
                </c:pt>
                <c:pt idx="8">
                  <c:v>0.155</c:v>
                </c:pt>
                <c:pt idx="9">
                  <c:v>0.155</c:v>
                </c:pt>
                <c:pt idx="10">
                  <c:v>0.155</c:v>
                </c:pt>
                <c:pt idx="11">
                  <c:v>0.155</c:v>
                </c:pt>
                <c:pt idx="12">
                  <c:v>0.155</c:v>
                </c:pt>
                <c:pt idx="13">
                  <c:v>0.155</c:v>
                </c:pt>
                <c:pt idx="14">
                  <c:v>0.155</c:v>
                </c:pt>
                <c:pt idx="15">
                  <c:v>0.155</c:v>
                </c:pt>
                <c:pt idx="16">
                  <c:v>0.155</c:v>
                </c:pt>
                <c:pt idx="17">
                  <c:v>0.155</c:v>
                </c:pt>
                <c:pt idx="18">
                  <c:v>0.155</c:v>
                </c:pt>
                <c:pt idx="19">
                  <c:v>0.155</c:v>
                </c:pt>
                <c:pt idx="20">
                  <c:v>0.155</c:v>
                </c:pt>
                <c:pt idx="21">
                  <c:v>0.155</c:v>
                </c:pt>
                <c:pt idx="22">
                  <c:v>0.155</c:v>
                </c:pt>
                <c:pt idx="23">
                  <c:v>0.155</c:v>
                </c:pt>
                <c:pt idx="24">
                  <c:v>0.155</c:v>
                </c:pt>
                <c:pt idx="25">
                  <c:v>0.155</c:v>
                </c:pt>
                <c:pt idx="26">
                  <c:v>0.155</c:v>
                </c:pt>
                <c:pt idx="27">
                  <c:v>0.155</c:v>
                </c:pt>
                <c:pt idx="28">
                  <c:v>0.155</c:v>
                </c:pt>
                <c:pt idx="29">
                  <c:v>0.155</c:v>
                </c:pt>
                <c:pt idx="30">
                  <c:v>0.155</c:v>
                </c:pt>
                <c:pt idx="31">
                  <c:v>0.155</c:v>
                </c:pt>
                <c:pt idx="32">
                  <c:v>0.155</c:v>
                </c:pt>
                <c:pt idx="33">
                  <c:v>0.155</c:v>
                </c:pt>
                <c:pt idx="34">
                  <c:v>0.155</c:v>
                </c:pt>
                <c:pt idx="35">
                  <c:v>0.155</c:v>
                </c:pt>
                <c:pt idx="36">
                  <c:v>0.155</c:v>
                </c:pt>
                <c:pt idx="37">
                  <c:v>0.155</c:v>
                </c:pt>
                <c:pt idx="38">
                  <c:v>0.155</c:v>
                </c:pt>
                <c:pt idx="39">
                  <c:v>0.155</c:v>
                </c:pt>
                <c:pt idx="40">
                  <c:v>0.155</c:v>
                </c:pt>
                <c:pt idx="41">
                  <c:v>0.155</c:v>
                </c:pt>
                <c:pt idx="42">
                  <c:v>0.155</c:v>
                </c:pt>
                <c:pt idx="43">
                  <c:v>0.155</c:v>
                </c:pt>
                <c:pt idx="44">
                  <c:v>0.155</c:v>
                </c:pt>
                <c:pt idx="45">
                  <c:v>0.155</c:v>
                </c:pt>
                <c:pt idx="46">
                  <c:v>0.155</c:v>
                </c:pt>
                <c:pt idx="47">
                  <c:v>0.155</c:v>
                </c:pt>
                <c:pt idx="48">
                  <c:v>0.155</c:v>
                </c:pt>
                <c:pt idx="49">
                  <c:v>0.155</c:v>
                </c:pt>
                <c:pt idx="50">
                  <c:v>0.155</c:v>
                </c:pt>
                <c:pt idx="51">
                  <c:v>0.155</c:v>
                </c:pt>
                <c:pt idx="52">
                  <c:v>0.155</c:v>
                </c:pt>
                <c:pt idx="53">
                  <c:v>0.155</c:v>
                </c:pt>
                <c:pt idx="54">
                  <c:v>0.155</c:v>
                </c:pt>
                <c:pt idx="55">
                  <c:v>0.16</c:v>
                </c:pt>
                <c:pt idx="56">
                  <c:v>0.16</c:v>
                </c:pt>
                <c:pt idx="57">
                  <c:v>0.16</c:v>
                </c:pt>
                <c:pt idx="58">
                  <c:v>0.16</c:v>
                </c:pt>
                <c:pt idx="59">
                  <c:v>0.16</c:v>
                </c:pt>
                <c:pt idx="60">
                  <c:v>0.16</c:v>
                </c:pt>
                <c:pt idx="61">
                  <c:v>0.16</c:v>
                </c:pt>
                <c:pt idx="62">
                  <c:v>0.16</c:v>
                </c:pt>
                <c:pt idx="63">
                  <c:v>0.16</c:v>
                </c:pt>
                <c:pt idx="64">
                  <c:v>0.16</c:v>
                </c:pt>
                <c:pt idx="65">
                  <c:v>0.16</c:v>
                </c:pt>
                <c:pt idx="66">
                  <c:v>0.16</c:v>
                </c:pt>
                <c:pt idx="67">
                  <c:v>0.16</c:v>
                </c:pt>
                <c:pt idx="68">
                  <c:v>0.16</c:v>
                </c:pt>
                <c:pt idx="69">
                  <c:v>0.16</c:v>
                </c:pt>
                <c:pt idx="70">
                  <c:v>0.16</c:v>
                </c:pt>
                <c:pt idx="71">
                  <c:v>0.16</c:v>
                </c:pt>
                <c:pt idx="72">
                  <c:v>0.16</c:v>
                </c:pt>
                <c:pt idx="73">
                  <c:v>0.16</c:v>
                </c:pt>
                <c:pt idx="74">
                  <c:v>0.16</c:v>
                </c:pt>
                <c:pt idx="75">
                  <c:v>0.16</c:v>
                </c:pt>
                <c:pt idx="76">
                  <c:v>0.16</c:v>
                </c:pt>
                <c:pt idx="77">
                  <c:v>0.16</c:v>
                </c:pt>
                <c:pt idx="78">
                  <c:v>0.16</c:v>
                </c:pt>
                <c:pt idx="79">
                  <c:v>0.16</c:v>
                </c:pt>
                <c:pt idx="80">
                  <c:v>0.16</c:v>
                </c:pt>
                <c:pt idx="81">
                  <c:v>0.16</c:v>
                </c:pt>
                <c:pt idx="82">
                  <c:v>0.16</c:v>
                </c:pt>
                <c:pt idx="83">
                  <c:v>0.16</c:v>
                </c:pt>
                <c:pt idx="84">
                  <c:v>0.16</c:v>
                </c:pt>
                <c:pt idx="85">
                  <c:v>0.16</c:v>
                </c:pt>
                <c:pt idx="86">
                  <c:v>0.16</c:v>
                </c:pt>
                <c:pt idx="87">
                  <c:v>0.16</c:v>
                </c:pt>
                <c:pt idx="88">
                  <c:v>0.16</c:v>
                </c:pt>
                <c:pt idx="89">
                  <c:v>0.16</c:v>
                </c:pt>
                <c:pt idx="90">
                  <c:v>0.16</c:v>
                </c:pt>
                <c:pt idx="91">
                  <c:v>0.16</c:v>
                </c:pt>
                <c:pt idx="92">
                  <c:v>0.16</c:v>
                </c:pt>
                <c:pt idx="93">
                  <c:v>0.16</c:v>
                </c:pt>
                <c:pt idx="94">
                  <c:v>0.16</c:v>
                </c:pt>
                <c:pt idx="95">
                  <c:v>0.16</c:v>
                </c:pt>
                <c:pt idx="96">
                  <c:v>0.16</c:v>
                </c:pt>
                <c:pt idx="97">
                  <c:v>0.16</c:v>
                </c:pt>
                <c:pt idx="98">
                  <c:v>0.16</c:v>
                </c:pt>
                <c:pt idx="99">
                  <c:v>0.16</c:v>
                </c:pt>
                <c:pt idx="100">
                  <c:v>0.16</c:v>
                </c:pt>
                <c:pt idx="101">
                  <c:v>0.16</c:v>
                </c:pt>
                <c:pt idx="102">
                  <c:v>0.16</c:v>
                </c:pt>
                <c:pt idx="103">
                  <c:v>0.16</c:v>
                </c:pt>
                <c:pt idx="104">
                  <c:v>0.16</c:v>
                </c:pt>
                <c:pt idx="105">
                  <c:v>0.16</c:v>
                </c:pt>
                <c:pt idx="106">
                  <c:v>0.16</c:v>
                </c:pt>
                <c:pt idx="107">
                  <c:v>0.16</c:v>
                </c:pt>
                <c:pt idx="108">
                  <c:v>0.16</c:v>
                </c:pt>
                <c:pt idx="109">
                  <c:v>0.16</c:v>
                </c:pt>
                <c:pt idx="110">
                  <c:v>0.16</c:v>
                </c:pt>
                <c:pt idx="111">
                  <c:v>0.16</c:v>
                </c:pt>
                <c:pt idx="112">
                  <c:v>0.16</c:v>
                </c:pt>
                <c:pt idx="113">
                  <c:v>0.16</c:v>
                </c:pt>
                <c:pt idx="114">
                  <c:v>0.16</c:v>
                </c:pt>
                <c:pt idx="115">
                  <c:v>0.16</c:v>
                </c:pt>
                <c:pt idx="116">
                  <c:v>0.16</c:v>
                </c:pt>
                <c:pt idx="117">
                  <c:v>0.16</c:v>
                </c:pt>
                <c:pt idx="118">
                  <c:v>0.16</c:v>
                </c:pt>
                <c:pt idx="119">
                  <c:v>0.16</c:v>
                </c:pt>
                <c:pt idx="120">
                  <c:v>0.16</c:v>
                </c:pt>
                <c:pt idx="121">
                  <c:v>0.16</c:v>
                </c:pt>
                <c:pt idx="122">
                  <c:v>0.16</c:v>
                </c:pt>
                <c:pt idx="123">
                  <c:v>0.16</c:v>
                </c:pt>
                <c:pt idx="124">
                  <c:v>0.16</c:v>
                </c:pt>
                <c:pt idx="125">
                  <c:v>0.16</c:v>
                </c:pt>
                <c:pt idx="126">
                  <c:v>0.16</c:v>
                </c:pt>
                <c:pt idx="127">
                  <c:v>0.16</c:v>
                </c:pt>
                <c:pt idx="128">
                  <c:v>0.16</c:v>
                </c:pt>
                <c:pt idx="129">
                  <c:v>0.16</c:v>
                </c:pt>
                <c:pt idx="130">
                  <c:v>0.16</c:v>
                </c:pt>
                <c:pt idx="131">
                  <c:v>0.16</c:v>
                </c:pt>
                <c:pt idx="132">
                  <c:v>0.16</c:v>
                </c:pt>
                <c:pt idx="133">
                  <c:v>0.16</c:v>
                </c:pt>
                <c:pt idx="134">
                  <c:v>0.16</c:v>
                </c:pt>
                <c:pt idx="135">
                  <c:v>0.16</c:v>
                </c:pt>
                <c:pt idx="136">
                  <c:v>0.16</c:v>
                </c:pt>
                <c:pt idx="137">
                  <c:v>0.16</c:v>
                </c:pt>
                <c:pt idx="138">
                  <c:v>0.16</c:v>
                </c:pt>
                <c:pt idx="139">
                  <c:v>0.16</c:v>
                </c:pt>
                <c:pt idx="140">
                  <c:v>0.16</c:v>
                </c:pt>
                <c:pt idx="141">
                  <c:v>0.16</c:v>
                </c:pt>
                <c:pt idx="142">
                  <c:v>0.16</c:v>
                </c:pt>
                <c:pt idx="143">
                  <c:v>0.16</c:v>
                </c:pt>
                <c:pt idx="144">
                  <c:v>0.16</c:v>
                </c:pt>
                <c:pt idx="145">
                  <c:v>0.16</c:v>
                </c:pt>
                <c:pt idx="146">
                  <c:v>0.16</c:v>
                </c:pt>
                <c:pt idx="147">
                  <c:v>0.16</c:v>
                </c:pt>
                <c:pt idx="148">
                  <c:v>0.16</c:v>
                </c:pt>
                <c:pt idx="149">
                  <c:v>0.16</c:v>
                </c:pt>
                <c:pt idx="150">
                  <c:v>0.16</c:v>
                </c:pt>
                <c:pt idx="151">
                  <c:v>0.16</c:v>
                </c:pt>
                <c:pt idx="152">
                  <c:v>0.16</c:v>
                </c:pt>
                <c:pt idx="153">
                  <c:v>0.16</c:v>
                </c:pt>
                <c:pt idx="154">
                  <c:v>0.16</c:v>
                </c:pt>
                <c:pt idx="155">
                  <c:v>0.16</c:v>
                </c:pt>
                <c:pt idx="156">
                  <c:v>0.16</c:v>
                </c:pt>
                <c:pt idx="157">
                  <c:v>0.16</c:v>
                </c:pt>
                <c:pt idx="158">
                  <c:v>0.16</c:v>
                </c:pt>
                <c:pt idx="159">
                  <c:v>0.16</c:v>
                </c:pt>
                <c:pt idx="160">
                  <c:v>0.16</c:v>
                </c:pt>
                <c:pt idx="161">
                  <c:v>0.16</c:v>
                </c:pt>
                <c:pt idx="162">
                  <c:v>0.16</c:v>
                </c:pt>
                <c:pt idx="163">
                  <c:v>0.16</c:v>
                </c:pt>
                <c:pt idx="164">
                  <c:v>0.16</c:v>
                </c:pt>
                <c:pt idx="165">
                  <c:v>0.16</c:v>
                </c:pt>
                <c:pt idx="166">
                  <c:v>0.16</c:v>
                </c:pt>
                <c:pt idx="167">
                  <c:v>0.16</c:v>
                </c:pt>
                <c:pt idx="168">
                  <c:v>0.16</c:v>
                </c:pt>
                <c:pt idx="169">
                  <c:v>0.16</c:v>
                </c:pt>
                <c:pt idx="170">
                  <c:v>0.16</c:v>
                </c:pt>
                <c:pt idx="171">
                  <c:v>0.16</c:v>
                </c:pt>
                <c:pt idx="172">
                  <c:v>0.16</c:v>
                </c:pt>
                <c:pt idx="173">
                  <c:v>0.16</c:v>
                </c:pt>
                <c:pt idx="174">
                  <c:v>0.16</c:v>
                </c:pt>
                <c:pt idx="175">
                  <c:v>0.16</c:v>
                </c:pt>
                <c:pt idx="176">
                  <c:v>0.16</c:v>
                </c:pt>
                <c:pt idx="177">
                  <c:v>0.16</c:v>
                </c:pt>
                <c:pt idx="178">
                  <c:v>0.16</c:v>
                </c:pt>
                <c:pt idx="179">
                  <c:v>0.16</c:v>
                </c:pt>
                <c:pt idx="180">
                  <c:v>0.16</c:v>
                </c:pt>
                <c:pt idx="181">
                  <c:v>0.16</c:v>
                </c:pt>
                <c:pt idx="182">
                  <c:v>0.16</c:v>
                </c:pt>
                <c:pt idx="183">
                  <c:v>0.16</c:v>
                </c:pt>
                <c:pt idx="184">
                  <c:v>0.16</c:v>
                </c:pt>
                <c:pt idx="185">
                  <c:v>0.16</c:v>
                </c:pt>
                <c:pt idx="186">
                  <c:v>0.16</c:v>
                </c:pt>
                <c:pt idx="187">
                  <c:v>0.16</c:v>
                </c:pt>
                <c:pt idx="188">
                  <c:v>0.16</c:v>
                </c:pt>
                <c:pt idx="189">
                  <c:v>0.16</c:v>
                </c:pt>
                <c:pt idx="190">
                  <c:v>0.16</c:v>
                </c:pt>
                <c:pt idx="191">
                  <c:v>0.16</c:v>
                </c:pt>
                <c:pt idx="192">
                  <c:v>0.16</c:v>
                </c:pt>
                <c:pt idx="193">
                  <c:v>0.16</c:v>
                </c:pt>
                <c:pt idx="194">
                  <c:v>0.16</c:v>
                </c:pt>
                <c:pt idx="195">
                  <c:v>0.16</c:v>
                </c:pt>
                <c:pt idx="196">
                  <c:v>0.16</c:v>
                </c:pt>
                <c:pt idx="197">
                  <c:v>0.16</c:v>
                </c:pt>
                <c:pt idx="198">
                  <c:v>0.16</c:v>
                </c:pt>
                <c:pt idx="199">
                  <c:v>0.16</c:v>
                </c:pt>
                <c:pt idx="200">
                  <c:v>0.16</c:v>
                </c:pt>
                <c:pt idx="201">
                  <c:v>0.16</c:v>
                </c:pt>
                <c:pt idx="202">
                  <c:v>0.16</c:v>
                </c:pt>
                <c:pt idx="203">
                  <c:v>0.16</c:v>
                </c:pt>
                <c:pt idx="204">
                  <c:v>0.16</c:v>
                </c:pt>
                <c:pt idx="205">
                  <c:v>0.16</c:v>
                </c:pt>
                <c:pt idx="206">
                  <c:v>0.16</c:v>
                </c:pt>
                <c:pt idx="207">
                  <c:v>0.16</c:v>
                </c:pt>
                <c:pt idx="208">
                  <c:v>0.16</c:v>
                </c:pt>
                <c:pt idx="209">
                  <c:v>0.16</c:v>
                </c:pt>
                <c:pt idx="210">
                  <c:v>0.16</c:v>
                </c:pt>
                <c:pt idx="211">
                  <c:v>0.16</c:v>
                </c:pt>
                <c:pt idx="212">
                  <c:v>0.16</c:v>
                </c:pt>
                <c:pt idx="213">
                  <c:v>0.16</c:v>
                </c:pt>
                <c:pt idx="214">
                  <c:v>0.16</c:v>
                </c:pt>
                <c:pt idx="215">
                  <c:v>0.16</c:v>
                </c:pt>
                <c:pt idx="216">
                  <c:v>0.16</c:v>
                </c:pt>
                <c:pt idx="217">
                  <c:v>0.16</c:v>
                </c:pt>
                <c:pt idx="218" formatCode="0.00%">
                  <c:v>0.16</c:v>
                </c:pt>
                <c:pt idx="219" formatCode="0.00%">
                  <c:v>0.16</c:v>
                </c:pt>
                <c:pt idx="220" formatCode="0.00%">
                  <c:v>0.16</c:v>
                </c:pt>
                <c:pt idx="221" formatCode="0.00%">
                  <c:v>0.16</c:v>
                </c:pt>
                <c:pt idx="222" formatCode="0.00%">
                  <c:v>0.16</c:v>
                </c:pt>
                <c:pt idx="223" formatCode="0.00%">
                  <c:v>0.16</c:v>
                </c:pt>
                <c:pt idx="224" formatCode="0.00%">
                  <c:v>0.16</c:v>
                </c:pt>
                <c:pt idx="225" formatCode="0.00%">
                  <c:v>0.16</c:v>
                </c:pt>
                <c:pt idx="226" formatCode="0.00%">
                  <c:v>0.16</c:v>
                </c:pt>
                <c:pt idx="227" formatCode="0.00%">
                  <c:v>0.16</c:v>
                </c:pt>
                <c:pt idx="228" formatCode="0.00%">
                  <c:v>0.16</c:v>
                </c:pt>
                <c:pt idx="229" formatCode="0.00%">
                  <c:v>0.16</c:v>
                </c:pt>
                <c:pt idx="230" formatCode="0.00%">
                  <c:v>0.16</c:v>
                </c:pt>
                <c:pt idx="231" formatCode="0.00%">
                  <c:v>0.16</c:v>
                </c:pt>
                <c:pt idx="232" formatCode="0.00%">
                  <c:v>0.16</c:v>
                </c:pt>
                <c:pt idx="233" formatCode="0.00%">
                  <c:v>0.16</c:v>
                </c:pt>
                <c:pt idx="234" formatCode="0.00%">
                  <c:v>0.16</c:v>
                </c:pt>
                <c:pt idx="235" formatCode="0.00%">
                  <c:v>0.16</c:v>
                </c:pt>
                <c:pt idx="236" formatCode="0.00%">
                  <c:v>0.16</c:v>
                </c:pt>
                <c:pt idx="237" formatCode="0.00%">
                  <c:v>0.16</c:v>
                </c:pt>
                <c:pt idx="238" formatCode="0.00%">
                  <c:v>0.16</c:v>
                </c:pt>
                <c:pt idx="239" formatCode="0.00%">
                  <c:v>0.16</c:v>
                </c:pt>
                <c:pt idx="240" formatCode="0.00%">
                  <c:v>0.16</c:v>
                </c:pt>
                <c:pt idx="241" formatCode="0.00%">
                  <c:v>0.16</c:v>
                </c:pt>
                <c:pt idx="242" formatCode="0.00%">
                  <c:v>0.16</c:v>
                </c:pt>
                <c:pt idx="243" formatCode="0.00%">
                  <c:v>0.16</c:v>
                </c:pt>
                <c:pt idx="244" formatCode="0.00%">
                  <c:v>0.16</c:v>
                </c:pt>
                <c:pt idx="245" formatCode="0.00%">
                  <c:v>0.16</c:v>
                </c:pt>
                <c:pt idx="246" formatCode="0.00%">
                  <c:v>0.16</c:v>
                </c:pt>
                <c:pt idx="247" formatCode="0.00%">
                  <c:v>0.16</c:v>
                </c:pt>
                <c:pt idx="248" formatCode="0.00%">
                  <c:v>0.16</c:v>
                </c:pt>
                <c:pt idx="249" formatCode="0.00%">
                  <c:v>0.16</c:v>
                </c:pt>
                <c:pt idx="250" formatCode="0.00%">
                  <c:v>0.16</c:v>
                </c:pt>
                <c:pt idx="251" formatCode="0.00%">
                  <c:v>0.16</c:v>
                </c:pt>
                <c:pt idx="252" formatCode="0.00%">
                  <c:v>0.16</c:v>
                </c:pt>
                <c:pt idx="253" formatCode="0.00%">
                  <c:v>0.16</c:v>
                </c:pt>
                <c:pt idx="254" formatCode="0.00%">
                  <c:v>0.16</c:v>
                </c:pt>
                <c:pt idx="255" formatCode="0.00%">
                  <c:v>0.16</c:v>
                </c:pt>
                <c:pt idx="256" formatCode="0.00%">
                  <c:v>0.16</c:v>
                </c:pt>
                <c:pt idx="257" formatCode="0.00%">
                  <c:v>0.16</c:v>
                </c:pt>
                <c:pt idx="258" formatCode="0.00%">
                  <c:v>0.16</c:v>
                </c:pt>
                <c:pt idx="259" formatCode="0.00%">
                  <c:v>0.16</c:v>
                </c:pt>
                <c:pt idx="260" formatCode="0.00%">
                  <c:v>0.16</c:v>
                </c:pt>
                <c:pt idx="261" formatCode="0.00%">
                  <c:v>0.16</c:v>
                </c:pt>
                <c:pt idx="262" formatCode="0.00%">
                  <c:v>0.16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86B-4CF0-AE2F-485A38C29975}"/>
            </c:ext>
          </c:extLst>
        </c:ser>
        <c:ser>
          <c:idx val="3"/>
          <c:order val="3"/>
          <c:tx>
            <c:strRef>
              <c:f>'GRAPH (2)'!$F$1</c:f>
              <c:strCache>
                <c:ptCount val="1"/>
                <c:pt idx="0">
                  <c:v>UZONIA</c:v>
                </c:pt>
              </c:strCache>
            </c:strRef>
          </c:tx>
          <c:spPr>
            <a:ln w="50800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262"/>
              <c:layout>
                <c:manualLayout>
                  <c:x val="-2.0374650926179291E-2"/>
                  <c:y val="-0.1085271317829457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500" b="1" i="0" u="none" strike="noStrike" kern="1200" baseline="0">
                      <a:solidFill>
                        <a:srgbClr val="2142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86B-4CF0-AE2F-485A38C299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'GRAPH (2)'!$H$2:$H$264</c:f>
              <c:strCache>
                <c:ptCount val="263"/>
                <c:pt idx="0">
                  <c:v>Yanvar</c:v>
                </c:pt>
                <c:pt idx="22">
                  <c:v>Fevral</c:v>
                </c:pt>
                <c:pt idx="42">
                  <c:v>Mart</c:v>
                </c:pt>
                <c:pt idx="60">
                  <c:v>Aprel</c:v>
                </c:pt>
                <c:pt idx="82">
                  <c:v>May</c:v>
                </c:pt>
                <c:pt idx="103">
                  <c:v>Iyun</c:v>
                </c:pt>
                <c:pt idx="123">
                  <c:v>Iyul</c:v>
                </c:pt>
                <c:pt idx="146">
                  <c:v>Avgust</c:v>
                </c:pt>
                <c:pt idx="167">
                  <c:v>Sentabr</c:v>
                </c:pt>
                <c:pt idx="188">
                  <c:v>Oktabr</c:v>
                </c:pt>
                <c:pt idx="210">
                  <c:v>Noyabr</c:v>
                </c:pt>
                <c:pt idx="230">
                  <c:v>Dekabr</c:v>
                </c:pt>
                <c:pt idx="262">
                  <c:v>20.01.2026</c:v>
                </c:pt>
              </c:strCache>
            </c:strRef>
          </c:cat>
          <c:val>
            <c:numRef>
              <c:f>'GRAPH (2)'!$F$2:$F$264</c:f>
              <c:numCache>
                <c:formatCode>0.0000%</c:formatCode>
                <c:ptCount val="263"/>
                <c:pt idx="0">
                  <c:v>0.13200000000000001</c:v>
                </c:pt>
                <c:pt idx="1">
                  <c:v>0.125</c:v>
                </c:pt>
                <c:pt idx="2">
                  <c:v>0.12</c:v>
                </c:pt>
                <c:pt idx="3">
                  <c:v>0.12</c:v>
                </c:pt>
                <c:pt idx="4">
                  <c:v>0.12</c:v>
                </c:pt>
                <c:pt idx="5">
                  <c:v>0.13</c:v>
                </c:pt>
                <c:pt idx="6">
                  <c:v>0.13</c:v>
                </c:pt>
                <c:pt idx="7">
                  <c:v>0.13036500000000001</c:v>
                </c:pt>
                <c:pt idx="8">
                  <c:v>0.13025100000000001</c:v>
                </c:pt>
                <c:pt idx="9">
                  <c:v>0.13</c:v>
                </c:pt>
                <c:pt idx="10">
                  <c:v>0.13</c:v>
                </c:pt>
                <c:pt idx="11">
                  <c:v>0.13</c:v>
                </c:pt>
                <c:pt idx="12">
                  <c:v>0.13</c:v>
                </c:pt>
                <c:pt idx="13">
                  <c:v>0.132608</c:v>
                </c:pt>
                <c:pt idx="14">
                  <c:v>0.132274</c:v>
                </c:pt>
                <c:pt idx="15">
                  <c:v>0.13194500000000001</c:v>
                </c:pt>
                <c:pt idx="16">
                  <c:v>0.13500000000000001</c:v>
                </c:pt>
                <c:pt idx="17">
                  <c:v>0.13294600000000001</c:v>
                </c:pt>
                <c:pt idx="18">
                  <c:v>0.133355</c:v>
                </c:pt>
                <c:pt idx="19">
                  <c:v>0.13053000000000001</c:v>
                </c:pt>
                <c:pt idx="20">
                  <c:v>0.13500000000000001</c:v>
                </c:pt>
                <c:pt idx="21">
                  <c:v>0.13500000000000001</c:v>
                </c:pt>
                <c:pt idx="22">
                  <c:v>0.13</c:v>
                </c:pt>
                <c:pt idx="23">
                  <c:v>0.125</c:v>
                </c:pt>
                <c:pt idx="24">
                  <c:v>0.119375</c:v>
                </c:pt>
                <c:pt idx="25">
                  <c:v>0.13</c:v>
                </c:pt>
                <c:pt idx="26">
                  <c:v>0.13</c:v>
                </c:pt>
                <c:pt idx="27">
                  <c:v>0.13</c:v>
                </c:pt>
                <c:pt idx="28">
                  <c:v>0.13</c:v>
                </c:pt>
                <c:pt idx="29">
                  <c:v>0.115</c:v>
                </c:pt>
                <c:pt idx="30">
                  <c:v>0.13</c:v>
                </c:pt>
                <c:pt idx="31">
                  <c:v>0.13</c:v>
                </c:pt>
                <c:pt idx="32">
                  <c:v>0.13</c:v>
                </c:pt>
                <c:pt idx="33">
                  <c:v>0.13</c:v>
                </c:pt>
                <c:pt idx="34">
                  <c:v>0.13</c:v>
                </c:pt>
                <c:pt idx="35">
                  <c:v>0.13</c:v>
                </c:pt>
                <c:pt idx="36">
                  <c:v>0.13</c:v>
                </c:pt>
                <c:pt idx="37">
                  <c:v>0.13</c:v>
                </c:pt>
                <c:pt idx="38">
                  <c:v>0.13</c:v>
                </c:pt>
                <c:pt idx="39">
                  <c:v>0.13</c:v>
                </c:pt>
                <c:pt idx="40">
                  <c:v>0.12</c:v>
                </c:pt>
                <c:pt idx="41">
                  <c:v>0.117813</c:v>
                </c:pt>
                <c:pt idx="42">
                  <c:v>0.11820800000000001</c:v>
                </c:pt>
                <c:pt idx="43">
                  <c:v>0.115</c:v>
                </c:pt>
                <c:pt idx="44">
                  <c:v>0.115</c:v>
                </c:pt>
                <c:pt idx="45">
                  <c:v>0.11687500000000001</c:v>
                </c:pt>
                <c:pt idx="46">
                  <c:v>0.123484</c:v>
                </c:pt>
                <c:pt idx="47">
                  <c:v>0.11955600000000001</c:v>
                </c:pt>
                <c:pt idx="48">
                  <c:v>0.1295</c:v>
                </c:pt>
                <c:pt idx="49">
                  <c:v>0.12232100000000001</c:v>
                </c:pt>
                <c:pt idx="50">
                  <c:v>0.128251</c:v>
                </c:pt>
                <c:pt idx="51">
                  <c:v>0.126529</c:v>
                </c:pt>
                <c:pt idx="52">
                  <c:v>0.127919</c:v>
                </c:pt>
                <c:pt idx="53">
                  <c:v>0.125274</c:v>
                </c:pt>
                <c:pt idx="54">
                  <c:v>0.125</c:v>
                </c:pt>
                <c:pt idx="55">
                  <c:v>0.125</c:v>
                </c:pt>
                <c:pt idx="56">
                  <c:v>0.125</c:v>
                </c:pt>
                <c:pt idx="57">
                  <c:v>0.125</c:v>
                </c:pt>
                <c:pt idx="58">
                  <c:v>0.125</c:v>
                </c:pt>
                <c:pt idx="59">
                  <c:v>0.127</c:v>
                </c:pt>
                <c:pt idx="60">
                  <c:v>0.124489</c:v>
                </c:pt>
                <c:pt idx="61">
                  <c:v>0.12473200000000001</c:v>
                </c:pt>
                <c:pt idx="62">
                  <c:v>0.12451599999999999</c:v>
                </c:pt>
                <c:pt idx="63">
                  <c:v>0.12406700000000001</c:v>
                </c:pt>
                <c:pt idx="64">
                  <c:v>0.123719</c:v>
                </c:pt>
                <c:pt idx="65">
                  <c:v>0.12108000000000001</c:v>
                </c:pt>
                <c:pt idx="66">
                  <c:v>0.12</c:v>
                </c:pt>
                <c:pt idx="67">
                  <c:v>0.12368399999999999</c:v>
                </c:pt>
                <c:pt idx="68">
                  <c:v>0.125</c:v>
                </c:pt>
                <c:pt idx="69">
                  <c:v>0.125</c:v>
                </c:pt>
                <c:pt idx="70">
                  <c:v>0.125</c:v>
                </c:pt>
                <c:pt idx="71">
                  <c:v>0.12956099999999998</c:v>
                </c:pt>
                <c:pt idx="72">
                  <c:v>0.12997400000000001</c:v>
                </c:pt>
                <c:pt idx="73">
                  <c:v>0.13</c:v>
                </c:pt>
                <c:pt idx="74">
                  <c:v>0.129798</c:v>
                </c:pt>
                <c:pt idx="75">
                  <c:v>0.13</c:v>
                </c:pt>
                <c:pt idx="76">
                  <c:v>0.13</c:v>
                </c:pt>
                <c:pt idx="77">
                  <c:v>0.12934900000000002</c:v>
                </c:pt>
                <c:pt idx="78">
                  <c:v>0.13</c:v>
                </c:pt>
                <c:pt idx="79">
                  <c:v>0.13</c:v>
                </c:pt>
                <c:pt idx="80">
                  <c:v>0.13</c:v>
                </c:pt>
                <c:pt idx="81">
                  <c:v>0.13304299999999999</c:v>
                </c:pt>
                <c:pt idx="82">
                  <c:v>0.12826700000000002</c:v>
                </c:pt>
                <c:pt idx="83">
                  <c:v>0.122415</c:v>
                </c:pt>
                <c:pt idx="84">
                  <c:v>0.124224</c:v>
                </c:pt>
                <c:pt idx="85">
                  <c:v>0.123033</c:v>
                </c:pt>
                <c:pt idx="86">
                  <c:v>0.125</c:v>
                </c:pt>
                <c:pt idx="87">
                  <c:v>0.12570200000000001</c:v>
                </c:pt>
                <c:pt idx="88">
                  <c:v>0.12839300000000001</c:v>
                </c:pt>
                <c:pt idx="89">
                  <c:v>0.128964</c:v>
                </c:pt>
                <c:pt idx="90">
                  <c:v>0.12953000000000001</c:v>
                </c:pt>
                <c:pt idx="91">
                  <c:v>0.129971</c:v>
                </c:pt>
                <c:pt idx="92">
                  <c:v>0.13</c:v>
                </c:pt>
                <c:pt idx="93">
                  <c:v>0.13</c:v>
                </c:pt>
                <c:pt idx="94">
                  <c:v>0.13</c:v>
                </c:pt>
                <c:pt idx="95">
                  <c:v>0.12833800000000001</c:v>
                </c:pt>
                <c:pt idx="96">
                  <c:v>0.13</c:v>
                </c:pt>
                <c:pt idx="97">
                  <c:v>0.13</c:v>
                </c:pt>
                <c:pt idx="98">
                  <c:v>0.129306</c:v>
                </c:pt>
                <c:pt idx="99">
                  <c:v>0.13</c:v>
                </c:pt>
                <c:pt idx="100">
                  <c:v>0.129749</c:v>
                </c:pt>
                <c:pt idx="101">
                  <c:v>0.129749</c:v>
                </c:pt>
                <c:pt idx="102">
                  <c:v>0.144625</c:v>
                </c:pt>
                <c:pt idx="103">
                  <c:v>0.13</c:v>
                </c:pt>
                <c:pt idx="104">
                  <c:v>0.12812499999999999</c:v>
                </c:pt>
                <c:pt idx="105">
                  <c:v>0.11556100000000001</c:v>
                </c:pt>
                <c:pt idx="106">
                  <c:v>0.125358</c:v>
                </c:pt>
                <c:pt idx="107">
                  <c:v>0.12526799999999999</c:v>
                </c:pt>
                <c:pt idx="108">
                  <c:v>0.12523699999999999</c:v>
                </c:pt>
                <c:pt idx="109">
                  <c:v>0.13</c:v>
                </c:pt>
                <c:pt idx="110">
                  <c:v>0.12967800000000002</c:v>
                </c:pt>
                <c:pt idx="111">
                  <c:v>0.12926699999999999</c:v>
                </c:pt>
                <c:pt idx="112">
                  <c:v>0.1298</c:v>
                </c:pt>
                <c:pt idx="113">
                  <c:v>0.13</c:v>
                </c:pt>
                <c:pt idx="114">
                  <c:v>0.129468</c:v>
                </c:pt>
                <c:pt idx="115">
                  <c:v>0.13</c:v>
                </c:pt>
                <c:pt idx="116">
                  <c:v>0.13</c:v>
                </c:pt>
                <c:pt idx="117">
                  <c:v>0.13</c:v>
                </c:pt>
                <c:pt idx="118">
                  <c:v>0.12964800000000001</c:v>
                </c:pt>
                <c:pt idx="119">
                  <c:v>0.12601999999999999</c:v>
                </c:pt>
                <c:pt idx="120">
                  <c:v>0.13</c:v>
                </c:pt>
                <c:pt idx="121">
                  <c:v>0.13</c:v>
                </c:pt>
                <c:pt idx="122">
                  <c:v>0.13</c:v>
                </c:pt>
                <c:pt idx="123">
                  <c:v>0.124554</c:v>
                </c:pt>
                <c:pt idx="124">
                  <c:v>0.12772</c:v>
                </c:pt>
                <c:pt idx="125">
                  <c:v>0.124891</c:v>
                </c:pt>
                <c:pt idx="126">
                  <c:v>0.12776500000000002</c:v>
                </c:pt>
                <c:pt idx="127">
                  <c:v>0.124386</c:v>
                </c:pt>
                <c:pt idx="128">
                  <c:v>0.12293699999999999</c:v>
                </c:pt>
                <c:pt idx="129">
                  <c:v>0.12747900000000001</c:v>
                </c:pt>
                <c:pt idx="130">
                  <c:v>0.12943300000000002</c:v>
                </c:pt>
                <c:pt idx="131">
                  <c:v>0.12786899999999998</c:v>
                </c:pt>
                <c:pt idx="132">
                  <c:v>0.129408</c:v>
                </c:pt>
                <c:pt idx="133">
                  <c:v>0.12687499999999999</c:v>
                </c:pt>
                <c:pt idx="134">
                  <c:v>0.12698700000000002</c:v>
                </c:pt>
                <c:pt idx="135">
                  <c:v>0.128887</c:v>
                </c:pt>
                <c:pt idx="136">
                  <c:v>0.126747</c:v>
                </c:pt>
                <c:pt idx="137">
                  <c:v>0.128027</c:v>
                </c:pt>
                <c:pt idx="138">
                  <c:v>0.12818199999999999</c:v>
                </c:pt>
                <c:pt idx="139">
                  <c:v>0.12795299999999998</c:v>
                </c:pt>
                <c:pt idx="140">
                  <c:v>0.129746</c:v>
                </c:pt>
                <c:pt idx="141">
                  <c:v>0.13</c:v>
                </c:pt>
                <c:pt idx="142">
                  <c:v>0.129526</c:v>
                </c:pt>
                <c:pt idx="143">
                  <c:v>0.129333</c:v>
                </c:pt>
                <c:pt idx="144">
                  <c:v>0.129745</c:v>
                </c:pt>
                <c:pt idx="145">
                  <c:v>0.13</c:v>
                </c:pt>
                <c:pt idx="146">
                  <c:v>0.12953300000000001</c:v>
                </c:pt>
                <c:pt idx="147">
                  <c:v>0.12864200000000001</c:v>
                </c:pt>
                <c:pt idx="148">
                  <c:v>0.126637</c:v>
                </c:pt>
                <c:pt idx="149">
                  <c:v>0.12604699999999999</c:v>
                </c:pt>
                <c:pt idx="150">
                  <c:v>0.12720900000000002</c:v>
                </c:pt>
                <c:pt idx="151">
                  <c:v>0.12759200000000001</c:v>
                </c:pt>
                <c:pt idx="152">
                  <c:v>0.127577</c:v>
                </c:pt>
                <c:pt idx="153">
                  <c:v>0.127773</c:v>
                </c:pt>
                <c:pt idx="154">
                  <c:v>0.12756700000000001</c:v>
                </c:pt>
                <c:pt idx="155">
                  <c:v>0.12820200000000001</c:v>
                </c:pt>
                <c:pt idx="156">
                  <c:v>0.128</c:v>
                </c:pt>
                <c:pt idx="157">
                  <c:v>0.128023</c:v>
                </c:pt>
                <c:pt idx="158">
                  <c:v>0.12828500000000001</c:v>
                </c:pt>
                <c:pt idx="159">
                  <c:v>0.12900200000000001</c:v>
                </c:pt>
                <c:pt idx="160">
                  <c:v>0.132048</c:v>
                </c:pt>
                <c:pt idx="161">
                  <c:v>0.13741199999999998</c:v>
                </c:pt>
                <c:pt idx="162">
                  <c:v>0.14079800000000001</c:v>
                </c:pt>
                <c:pt idx="163">
                  <c:v>0.14680300000000002</c:v>
                </c:pt>
                <c:pt idx="164">
                  <c:v>0.14629200000000001</c:v>
                </c:pt>
                <c:pt idx="165">
                  <c:v>0.14047100000000001</c:v>
                </c:pt>
                <c:pt idx="166">
                  <c:v>0.13902699999999998</c:v>
                </c:pt>
                <c:pt idx="167">
                  <c:v>0.13309499999999999</c:v>
                </c:pt>
                <c:pt idx="168">
                  <c:v>0.133713</c:v>
                </c:pt>
                <c:pt idx="169">
                  <c:v>0.13</c:v>
                </c:pt>
                <c:pt idx="170">
                  <c:v>0.13130800000000001</c:v>
                </c:pt>
                <c:pt idx="171">
                  <c:v>0.12945100000000001</c:v>
                </c:pt>
                <c:pt idx="172">
                  <c:v>0.12953900000000002</c:v>
                </c:pt>
                <c:pt idx="173">
                  <c:v>0.13034800000000002</c:v>
                </c:pt>
                <c:pt idx="174">
                  <c:v>0.13</c:v>
                </c:pt>
                <c:pt idx="175">
                  <c:v>0.13325500000000001</c:v>
                </c:pt>
                <c:pt idx="176">
                  <c:v>0.134882</c:v>
                </c:pt>
                <c:pt idx="177">
                  <c:v>0.13598499999999999</c:v>
                </c:pt>
                <c:pt idx="178">
                  <c:v>0.135684</c:v>
                </c:pt>
                <c:pt idx="179">
                  <c:v>0.136272</c:v>
                </c:pt>
                <c:pt idx="180">
                  <c:v>0.13616700000000001</c:v>
                </c:pt>
                <c:pt idx="181">
                  <c:v>0.13572800000000002</c:v>
                </c:pt>
                <c:pt idx="182">
                  <c:v>0.13669499999999998</c:v>
                </c:pt>
                <c:pt idx="183">
                  <c:v>0.13914899999999999</c:v>
                </c:pt>
                <c:pt idx="184">
                  <c:v>0.13799</c:v>
                </c:pt>
                <c:pt idx="185">
                  <c:v>0.139902</c:v>
                </c:pt>
                <c:pt idx="186">
                  <c:v>0.14102200000000001</c:v>
                </c:pt>
                <c:pt idx="187">
                  <c:v>0.14010999999999998</c:v>
                </c:pt>
                <c:pt idx="188">
                  <c:v>0.13950599999999999</c:v>
                </c:pt>
                <c:pt idx="189">
                  <c:v>0.139903</c:v>
                </c:pt>
                <c:pt idx="190">
                  <c:v>0.13823099999999999</c:v>
                </c:pt>
                <c:pt idx="191">
                  <c:v>0.12965299999999999</c:v>
                </c:pt>
                <c:pt idx="192">
                  <c:v>0.12718699999999999</c:v>
                </c:pt>
                <c:pt idx="193">
                  <c:v>0.13106500000000001</c:v>
                </c:pt>
                <c:pt idx="194">
                  <c:v>0.13405300000000001</c:v>
                </c:pt>
                <c:pt idx="195">
                  <c:v>0.13922100000000001</c:v>
                </c:pt>
                <c:pt idx="196">
                  <c:v>0.13936500000000002</c:v>
                </c:pt>
                <c:pt idx="197">
                  <c:v>0.139436</c:v>
                </c:pt>
                <c:pt idx="198">
                  <c:v>0.13991799999999999</c:v>
                </c:pt>
                <c:pt idx="199">
                  <c:v>0.13997199999999999</c:v>
                </c:pt>
                <c:pt idx="200">
                  <c:v>0.14000000000000001</c:v>
                </c:pt>
                <c:pt idx="201">
                  <c:v>0.13988200000000001</c:v>
                </c:pt>
                <c:pt idx="202">
                  <c:v>0.13989699999999999</c:v>
                </c:pt>
                <c:pt idx="203">
                  <c:v>0.14000000000000001</c:v>
                </c:pt>
                <c:pt idx="204">
                  <c:v>0.13938800000000001</c:v>
                </c:pt>
                <c:pt idx="205">
                  <c:v>0.13939099999999999</c:v>
                </c:pt>
                <c:pt idx="206">
                  <c:v>0.138791</c:v>
                </c:pt>
                <c:pt idx="207">
                  <c:v>0.13946500000000001</c:v>
                </c:pt>
                <c:pt idx="208">
                  <c:v>0.13891400000000001</c:v>
                </c:pt>
                <c:pt idx="209">
                  <c:v>0.13833400000000001</c:v>
                </c:pt>
                <c:pt idx="210">
                  <c:v>0.139935</c:v>
                </c:pt>
                <c:pt idx="211">
                  <c:v>0.13993700000000001</c:v>
                </c:pt>
                <c:pt idx="212">
                  <c:v>0.13996400000000001</c:v>
                </c:pt>
                <c:pt idx="213">
                  <c:v>0.14000000000000001</c:v>
                </c:pt>
                <c:pt idx="214">
                  <c:v>0.14000000000000001</c:v>
                </c:pt>
                <c:pt idx="215">
                  <c:v>0.14000000000000001</c:v>
                </c:pt>
                <c:pt idx="216">
                  <c:v>0.13986599999999999</c:v>
                </c:pt>
                <c:pt idx="217">
                  <c:v>0.13997200000000001</c:v>
                </c:pt>
                <c:pt idx="218">
                  <c:v>0.14000000000000001</c:v>
                </c:pt>
                <c:pt idx="219">
                  <c:v>0.14000000000000001</c:v>
                </c:pt>
                <c:pt idx="220">
                  <c:v>0.14000000000000001</c:v>
                </c:pt>
                <c:pt idx="221">
                  <c:v>0.14000000000000001</c:v>
                </c:pt>
                <c:pt idx="222">
                  <c:v>0.14000000000000001</c:v>
                </c:pt>
                <c:pt idx="223">
                  <c:v>0.13989599999999999</c:v>
                </c:pt>
                <c:pt idx="224">
                  <c:v>0.14000000000000001</c:v>
                </c:pt>
                <c:pt idx="225">
                  <c:v>0.139709</c:v>
                </c:pt>
                <c:pt idx="226">
                  <c:v>0.139152</c:v>
                </c:pt>
                <c:pt idx="227">
                  <c:v>0.13871800000000001</c:v>
                </c:pt>
                <c:pt idx="228">
                  <c:v>0.139296</c:v>
                </c:pt>
                <c:pt idx="229">
                  <c:v>0.13932900000000001</c:v>
                </c:pt>
                <c:pt idx="230">
                  <c:v>0.13966300000000001</c:v>
                </c:pt>
                <c:pt idx="231">
                  <c:v>0.13997100000000001</c:v>
                </c:pt>
                <c:pt idx="232">
                  <c:v>0.13936000000000001</c:v>
                </c:pt>
                <c:pt idx="233">
                  <c:v>0.13958499999999999</c:v>
                </c:pt>
                <c:pt idx="234">
                  <c:v>0.13569600000000001</c:v>
                </c:pt>
                <c:pt idx="235">
                  <c:v>0.13911399999999999</c:v>
                </c:pt>
                <c:pt idx="236">
                  <c:v>0.139484</c:v>
                </c:pt>
                <c:pt idx="237">
                  <c:v>0.13967499999999999</c:v>
                </c:pt>
                <c:pt idx="238">
                  <c:v>0.13938200000000001</c:v>
                </c:pt>
                <c:pt idx="239">
                  <c:v>0.13972399999999999</c:v>
                </c:pt>
                <c:pt idx="240">
                  <c:v>0.13930899999999999</c:v>
                </c:pt>
                <c:pt idx="241">
                  <c:v>0.139095</c:v>
                </c:pt>
                <c:pt idx="242">
                  <c:v>0.138013</c:v>
                </c:pt>
                <c:pt idx="243">
                  <c:v>0.13806299999999999</c:v>
                </c:pt>
                <c:pt idx="244">
                  <c:v>0.138212</c:v>
                </c:pt>
                <c:pt idx="245">
                  <c:v>0.138184</c:v>
                </c:pt>
                <c:pt idx="246">
                  <c:v>0.13803599999999999</c:v>
                </c:pt>
                <c:pt idx="247">
                  <c:v>0.13433400000000001</c:v>
                </c:pt>
                <c:pt idx="248">
                  <c:v>0.13603699999999999</c:v>
                </c:pt>
                <c:pt idx="249">
                  <c:v>0.13694500000000001</c:v>
                </c:pt>
                <c:pt idx="250">
                  <c:v>0.135181</c:v>
                </c:pt>
                <c:pt idx="251">
                  <c:v>0.13955400000000001</c:v>
                </c:pt>
                <c:pt idx="252">
                  <c:v>0.13946</c:v>
                </c:pt>
                <c:pt idx="253">
                  <c:v>0.13661599999999999</c:v>
                </c:pt>
                <c:pt idx="254">
                  <c:v>0.13813500000000001</c:v>
                </c:pt>
                <c:pt idx="255">
                  <c:v>0.13720099999999999</c:v>
                </c:pt>
                <c:pt idx="256">
                  <c:v>0.13523099999999999</c:v>
                </c:pt>
                <c:pt idx="257">
                  <c:v>0.13487199999999999</c:v>
                </c:pt>
                <c:pt idx="258">
                  <c:v>0.13398199999999999</c:v>
                </c:pt>
                <c:pt idx="259">
                  <c:v>0.133912</c:v>
                </c:pt>
                <c:pt idx="260">
                  <c:v>0.132994</c:v>
                </c:pt>
                <c:pt idx="261">
                  <c:v>0.137679</c:v>
                </c:pt>
                <c:pt idx="262">
                  <c:v>0.137928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86B-4CF0-AE2F-485A38C29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1079647"/>
        <c:axId val="1651079167"/>
      </c:lineChart>
      <c:catAx>
        <c:axId val="1651079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2700000" spcFirstLastPara="1" vertOverflow="ellipsis" wrap="square" anchor="ctr" anchorCtr="1"/>
          <a:lstStyle/>
          <a:p>
            <a:pPr>
              <a:defRPr sz="2500" b="0" i="0" u="none" strike="noStrike" kern="1200" baseline="0">
                <a:solidFill>
                  <a:srgbClr val="214260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51079167"/>
        <c:crosses val="autoZero"/>
        <c:auto val="1"/>
        <c:lblAlgn val="ctr"/>
        <c:lblOffset val="100"/>
        <c:noMultiLvlLbl val="0"/>
      </c:catAx>
      <c:valAx>
        <c:axId val="1651079167"/>
        <c:scaling>
          <c:orientation val="minMax"/>
          <c:min val="0.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500" b="0" i="0" u="none" strike="noStrike" kern="1200" baseline="0">
                <a:solidFill>
                  <a:srgbClr val="214260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51079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ayout>
        <c:manualLayout>
          <c:xMode val="edge"/>
          <c:yMode val="edge"/>
          <c:x val="0.23920442538254438"/>
          <c:y val="0.85112702972753107"/>
          <c:w val="0.46465662058053564"/>
          <c:h val="5.05216382835866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C5BEF0-B3AE-455A-805F-9D90B82529BC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193925" y="1143000"/>
            <a:ext cx="2470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734A3-3D9F-4812-9B35-B795DC4B9C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170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FE00F-7F02-47EA-AED1-F0A323CD777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426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D31B0-7435-B1F6-2B92-F2D96DAA3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2F81399-8A2D-A22E-3335-6B8B70EED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266E1B4-EA59-C3E6-34A2-B3D103724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EC4B91-FC36-26FD-9D99-7371172F2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FE00F-7F02-47EA-AED1-F0A323CD777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749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3050" y="4208861"/>
            <a:ext cx="17487900" cy="8953500"/>
          </a:xfrm>
        </p:spPr>
        <p:txBody>
          <a:bodyPr anchor="b"/>
          <a:lstStyle>
            <a:lvl1pPr algn="ctr">
              <a:defRPr sz="13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71750" y="13507642"/>
            <a:ext cx="15430500" cy="6209108"/>
          </a:xfrm>
        </p:spPr>
        <p:txBody>
          <a:bodyPr/>
          <a:lstStyle>
            <a:lvl1pPr marL="0" indent="0" algn="ctr">
              <a:buNone/>
              <a:defRPr sz="5400"/>
            </a:lvl1pPr>
            <a:lvl2pPr marL="1028700" indent="0" algn="ctr">
              <a:buNone/>
              <a:defRPr sz="4500"/>
            </a:lvl2pPr>
            <a:lvl3pPr marL="2057400" indent="0" algn="ctr">
              <a:buNone/>
              <a:defRPr sz="4050"/>
            </a:lvl3pPr>
            <a:lvl4pPr marL="3086100" indent="0" algn="ctr">
              <a:buNone/>
              <a:defRPr sz="3600"/>
            </a:lvl4pPr>
            <a:lvl5pPr marL="4114800" indent="0" algn="ctr">
              <a:buNone/>
              <a:defRPr sz="3600"/>
            </a:lvl5pPr>
            <a:lvl6pPr marL="5143500" indent="0" algn="ctr">
              <a:buNone/>
              <a:defRPr sz="3600"/>
            </a:lvl6pPr>
            <a:lvl7pPr marL="6172200" indent="0" algn="ctr">
              <a:buNone/>
              <a:defRPr sz="3600"/>
            </a:lvl7pPr>
            <a:lvl8pPr marL="7200900" indent="0" algn="ctr">
              <a:buNone/>
              <a:defRPr sz="3600"/>
            </a:lvl8pPr>
            <a:lvl9pPr marL="8229600" indent="0" algn="ctr">
              <a:buNone/>
              <a:defRPr sz="3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6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2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748" y="6411523"/>
            <a:ext cx="17745075" cy="10697764"/>
          </a:xfrm>
        </p:spPr>
        <p:txBody>
          <a:bodyPr anchor="b"/>
          <a:lstStyle>
            <a:lvl1pPr>
              <a:defRPr sz="13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3748" y="17210492"/>
            <a:ext cx="17745075" cy="5625701"/>
          </a:xfrm>
        </p:spPr>
        <p:txBody>
          <a:bodyPr/>
          <a:lstStyle>
            <a:lvl1pPr marL="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1pPr>
            <a:lvl2pPr marL="10287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2pPr>
            <a:lvl3pPr marL="2057400" indent="0">
              <a:buNone/>
              <a:defRPr sz="4050">
                <a:solidFill>
                  <a:schemeClr val="tx1">
                    <a:tint val="82000"/>
                  </a:schemeClr>
                </a:solidFill>
              </a:defRPr>
            </a:lvl3pPr>
            <a:lvl4pPr marL="30861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4pPr>
            <a:lvl5pPr marL="4114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5pPr>
            <a:lvl6pPr marL="51435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6pPr>
            <a:lvl7pPr marL="61722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7pPr>
            <a:lvl8pPr marL="72009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8pPr>
            <a:lvl9pPr marL="82296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5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14463" y="6846093"/>
            <a:ext cx="8743950" cy="16317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5588" y="6846093"/>
            <a:ext cx="8743950" cy="16317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142" y="1369225"/>
            <a:ext cx="17745075" cy="49708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7145" y="6304361"/>
            <a:ext cx="8703765" cy="3089670"/>
          </a:xfrm>
        </p:spPr>
        <p:txBody>
          <a:bodyPr anchor="b"/>
          <a:lstStyle>
            <a:lvl1pPr marL="0" indent="0">
              <a:buNone/>
              <a:defRPr sz="5400" b="1"/>
            </a:lvl1pPr>
            <a:lvl2pPr marL="1028700" indent="0">
              <a:buNone/>
              <a:defRPr sz="4500" b="1"/>
            </a:lvl2pPr>
            <a:lvl3pPr marL="2057400" indent="0">
              <a:buNone/>
              <a:defRPr sz="4050" b="1"/>
            </a:lvl3pPr>
            <a:lvl4pPr marL="3086100" indent="0">
              <a:buNone/>
              <a:defRPr sz="3600" b="1"/>
            </a:lvl4pPr>
            <a:lvl5pPr marL="4114800" indent="0">
              <a:buNone/>
              <a:defRPr sz="3600" b="1"/>
            </a:lvl5pPr>
            <a:lvl6pPr marL="5143500" indent="0">
              <a:buNone/>
              <a:defRPr sz="3600" b="1"/>
            </a:lvl6pPr>
            <a:lvl7pPr marL="6172200" indent="0">
              <a:buNone/>
              <a:defRPr sz="3600" b="1"/>
            </a:lvl7pPr>
            <a:lvl8pPr marL="7200900" indent="0">
              <a:buNone/>
              <a:defRPr sz="3600" b="1"/>
            </a:lvl8pPr>
            <a:lvl9pPr marL="8229600" indent="0">
              <a:buNone/>
              <a:defRPr sz="3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17145" y="9394031"/>
            <a:ext cx="8703765" cy="138172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415588" y="6304361"/>
            <a:ext cx="8746630" cy="3089670"/>
          </a:xfrm>
        </p:spPr>
        <p:txBody>
          <a:bodyPr anchor="b"/>
          <a:lstStyle>
            <a:lvl1pPr marL="0" indent="0">
              <a:buNone/>
              <a:defRPr sz="5400" b="1"/>
            </a:lvl1pPr>
            <a:lvl2pPr marL="1028700" indent="0">
              <a:buNone/>
              <a:defRPr sz="4500" b="1"/>
            </a:lvl2pPr>
            <a:lvl3pPr marL="2057400" indent="0">
              <a:buNone/>
              <a:defRPr sz="4050" b="1"/>
            </a:lvl3pPr>
            <a:lvl4pPr marL="3086100" indent="0">
              <a:buNone/>
              <a:defRPr sz="3600" b="1"/>
            </a:lvl4pPr>
            <a:lvl5pPr marL="4114800" indent="0">
              <a:buNone/>
              <a:defRPr sz="3600" b="1"/>
            </a:lvl5pPr>
            <a:lvl6pPr marL="5143500" indent="0">
              <a:buNone/>
              <a:defRPr sz="3600" b="1"/>
            </a:lvl6pPr>
            <a:lvl7pPr marL="6172200" indent="0">
              <a:buNone/>
              <a:defRPr sz="3600" b="1"/>
            </a:lvl7pPr>
            <a:lvl8pPr marL="7200900" indent="0">
              <a:buNone/>
              <a:defRPr sz="3600" b="1"/>
            </a:lvl8pPr>
            <a:lvl9pPr marL="8229600" indent="0">
              <a:buNone/>
              <a:defRPr sz="3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415588" y="9394031"/>
            <a:ext cx="8746630" cy="138172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3/22/26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2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3/22/26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9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142" y="1714500"/>
            <a:ext cx="6635651" cy="600075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6629" y="3702849"/>
            <a:ext cx="10415588" cy="18276094"/>
          </a:xfrm>
        </p:spPr>
        <p:txBody>
          <a:bodyPr/>
          <a:lstStyle>
            <a:lvl1pPr>
              <a:defRPr sz="7200"/>
            </a:lvl1pPr>
            <a:lvl2pPr>
              <a:defRPr sz="6300"/>
            </a:lvl2pPr>
            <a:lvl3pPr>
              <a:defRPr sz="5400"/>
            </a:lvl3pPr>
            <a:lvl4pPr>
              <a:defRPr sz="4500"/>
            </a:lvl4pPr>
            <a:lvl5pPr>
              <a:defRPr sz="4500"/>
            </a:lvl5pPr>
            <a:lvl6pPr>
              <a:defRPr sz="4500"/>
            </a:lvl6pPr>
            <a:lvl7pPr>
              <a:defRPr sz="4500"/>
            </a:lvl7pPr>
            <a:lvl8pPr>
              <a:defRPr sz="4500"/>
            </a:lvl8pPr>
            <a:lvl9pPr>
              <a:defRPr sz="4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7142" y="7715250"/>
            <a:ext cx="6635651" cy="14293455"/>
          </a:xfrm>
        </p:spPr>
        <p:txBody>
          <a:bodyPr/>
          <a:lstStyle>
            <a:lvl1pPr marL="0" indent="0">
              <a:buNone/>
              <a:defRPr sz="3600"/>
            </a:lvl1pPr>
            <a:lvl2pPr marL="1028700" indent="0">
              <a:buNone/>
              <a:defRPr sz="3150"/>
            </a:lvl2pPr>
            <a:lvl3pPr marL="2057400" indent="0">
              <a:buNone/>
              <a:defRPr sz="2700"/>
            </a:lvl3pPr>
            <a:lvl4pPr marL="3086100" indent="0">
              <a:buNone/>
              <a:defRPr sz="2250"/>
            </a:lvl4pPr>
            <a:lvl5pPr marL="4114800" indent="0">
              <a:buNone/>
              <a:defRPr sz="2250"/>
            </a:lvl5pPr>
            <a:lvl6pPr marL="5143500" indent="0">
              <a:buNone/>
              <a:defRPr sz="2250"/>
            </a:lvl6pPr>
            <a:lvl7pPr marL="6172200" indent="0">
              <a:buNone/>
              <a:defRPr sz="2250"/>
            </a:lvl7pPr>
            <a:lvl8pPr marL="7200900" indent="0">
              <a:buNone/>
              <a:defRPr sz="2250"/>
            </a:lvl8pPr>
            <a:lvl9pPr marL="8229600" indent="0">
              <a:buNone/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9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142" y="1714500"/>
            <a:ext cx="6635651" cy="600075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46629" y="3702849"/>
            <a:ext cx="10415588" cy="18276094"/>
          </a:xfrm>
        </p:spPr>
        <p:txBody>
          <a:bodyPr anchor="t"/>
          <a:lstStyle>
            <a:lvl1pPr marL="0" indent="0">
              <a:buNone/>
              <a:defRPr sz="7200"/>
            </a:lvl1pPr>
            <a:lvl2pPr marL="1028700" indent="0">
              <a:buNone/>
              <a:defRPr sz="6300"/>
            </a:lvl2pPr>
            <a:lvl3pPr marL="2057400" indent="0">
              <a:buNone/>
              <a:defRPr sz="5400"/>
            </a:lvl3pPr>
            <a:lvl4pPr marL="3086100" indent="0">
              <a:buNone/>
              <a:defRPr sz="4500"/>
            </a:lvl4pPr>
            <a:lvl5pPr marL="4114800" indent="0">
              <a:buNone/>
              <a:defRPr sz="4500"/>
            </a:lvl5pPr>
            <a:lvl6pPr marL="5143500" indent="0">
              <a:buNone/>
              <a:defRPr sz="4500"/>
            </a:lvl6pPr>
            <a:lvl7pPr marL="6172200" indent="0">
              <a:buNone/>
              <a:defRPr sz="4500"/>
            </a:lvl7pPr>
            <a:lvl8pPr marL="7200900" indent="0">
              <a:buNone/>
              <a:defRPr sz="4500"/>
            </a:lvl8pPr>
            <a:lvl9pPr marL="8229600" indent="0">
              <a:buNone/>
              <a:defRPr sz="4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7142" y="7715250"/>
            <a:ext cx="6635651" cy="14293455"/>
          </a:xfrm>
        </p:spPr>
        <p:txBody>
          <a:bodyPr/>
          <a:lstStyle>
            <a:lvl1pPr marL="0" indent="0">
              <a:buNone/>
              <a:defRPr sz="3600"/>
            </a:lvl1pPr>
            <a:lvl2pPr marL="1028700" indent="0">
              <a:buNone/>
              <a:defRPr sz="3150"/>
            </a:lvl2pPr>
            <a:lvl3pPr marL="2057400" indent="0">
              <a:buNone/>
              <a:defRPr sz="2700"/>
            </a:lvl3pPr>
            <a:lvl4pPr marL="3086100" indent="0">
              <a:buNone/>
              <a:defRPr sz="2250"/>
            </a:lvl4pPr>
            <a:lvl5pPr marL="4114800" indent="0">
              <a:buNone/>
              <a:defRPr sz="2250"/>
            </a:lvl5pPr>
            <a:lvl6pPr marL="5143500" indent="0">
              <a:buNone/>
              <a:defRPr sz="2250"/>
            </a:lvl6pPr>
            <a:lvl7pPr marL="6172200" indent="0">
              <a:buNone/>
              <a:defRPr sz="2250"/>
            </a:lvl7pPr>
            <a:lvl8pPr marL="7200900" indent="0">
              <a:buNone/>
              <a:defRPr sz="2250"/>
            </a:lvl8pPr>
            <a:lvl9pPr marL="8229600" indent="0">
              <a:buNone/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2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4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723270" y="1369219"/>
            <a:ext cx="4436269" cy="217943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14464" y="1369219"/>
            <a:ext cx="13051631" cy="217943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B8FFA-A44E-4099-B56F-DF1AB8724CC3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1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14463" y="1369225"/>
            <a:ext cx="17745075" cy="4970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4463" y="6846093"/>
            <a:ext cx="17745075" cy="16317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14463" y="23836318"/>
            <a:ext cx="4629150" cy="1369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B8FFA-A44E-4099-B56F-DF1AB8724CC3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5138" y="23836318"/>
            <a:ext cx="6943725" cy="1369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530388" y="23836318"/>
            <a:ext cx="4629150" cy="1369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EA3D4-B4B7-41FF-AC86-D825ECEBB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87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057400" rtl="0" eaLnBrk="1" latinLnBrk="0" hangingPunct="1">
        <a:lnSpc>
          <a:spcPct val="90000"/>
        </a:lnSpc>
        <a:spcBef>
          <a:spcPct val="0"/>
        </a:spcBef>
        <a:buNone/>
        <a:defRPr sz="9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50" indent="-514350" algn="l" defTabSz="2057400" rtl="0" eaLnBrk="1" latinLnBrk="0" hangingPunct="1">
        <a:lnSpc>
          <a:spcPct val="90000"/>
        </a:lnSpc>
        <a:spcBef>
          <a:spcPts val="22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1pPr>
      <a:lvl2pPr marL="15430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5717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4pPr>
      <a:lvl5pPr marL="46291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5pPr>
      <a:lvl6pPr marL="56578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6pPr>
      <a:lvl7pPr marL="66865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7pPr>
      <a:lvl8pPr marL="77152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8pPr>
      <a:lvl9pPr marL="8743950" indent="-514350" algn="l" defTabSz="20574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4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2pPr>
      <a:lvl3pPr marL="20574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3pPr>
      <a:lvl4pPr marL="30861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5pPr>
      <a:lvl6pPr marL="51435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6pPr>
      <a:lvl7pPr marL="61722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8pPr>
      <a:lvl9pPr marL="8229600" algn="l" defTabSz="2057400" rtl="0" eaLnBrk="1" latinLnBrk="0" hangingPunct="1">
        <a:defRPr sz="4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BD046-0389-82C2-BB41-2DFDD8E93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FBB70F20-10F4-D717-5596-06197139571D}"/>
              </a:ext>
            </a:extLst>
          </p:cNvPr>
          <p:cNvSpPr/>
          <p:nvPr/>
        </p:nvSpPr>
        <p:spPr>
          <a:xfrm>
            <a:off x="882902" y="18699353"/>
            <a:ext cx="18808196" cy="6073267"/>
          </a:xfrm>
          <a:prstGeom prst="rect">
            <a:avLst/>
          </a:prstGeom>
          <a:solidFill>
            <a:srgbClr val="E5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70672D-1038-E434-70AB-7C5BD48EB1E9}"/>
              </a:ext>
            </a:extLst>
          </p:cNvPr>
          <p:cNvSpPr/>
          <p:nvPr/>
        </p:nvSpPr>
        <p:spPr>
          <a:xfrm>
            <a:off x="-64771" y="-22777"/>
            <a:ext cx="20703542" cy="3823523"/>
          </a:xfrm>
          <a:prstGeom prst="rect">
            <a:avLst/>
          </a:prstGeom>
          <a:solidFill>
            <a:srgbClr val="0127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3A6CE-FB9A-4411-868D-D0BF3E6DA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5923" y="687918"/>
            <a:ext cx="2397585" cy="2402132"/>
          </a:xfrm>
          <a:prstGeom prst="rect">
            <a:avLst/>
          </a:prstGeom>
        </p:spPr>
      </p:pic>
      <p:sp>
        <p:nvSpPr>
          <p:cNvPr id="9" name="TextBox 856">
            <a:extLst>
              <a:ext uri="{FF2B5EF4-FFF2-40B4-BE49-F238E27FC236}">
                <a16:creationId xmlns:a16="http://schemas.microsoft.com/office/drawing/2014/main" id="{F42706E1-BA24-AB25-4534-99A125C09430}"/>
              </a:ext>
            </a:extLst>
          </p:cNvPr>
          <p:cNvSpPr txBox="1"/>
          <p:nvPr/>
        </p:nvSpPr>
        <p:spPr>
          <a:xfrm>
            <a:off x="5021982" y="570954"/>
            <a:ext cx="107843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spc="-1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Banklararo pul bozori indekslari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D85BBC-CCE3-0E18-ADEA-E74A181903E5}"/>
              </a:ext>
            </a:extLst>
          </p:cNvPr>
          <p:cNvCxnSpPr>
            <a:cxnSpLocks/>
          </p:cNvCxnSpPr>
          <p:nvPr/>
        </p:nvCxnSpPr>
        <p:spPr>
          <a:xfrm>
            <a:off x="5135030" y="1926657"/>
            <a:ext cx="1064959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56">
            <a:extLst>
              <a:ext uri="{FF2B5EF4-FFF2-40B4-BE49-F238E27FC236}">
                <a16:creationId xmlns:a16="http://schemas.microsoft.com/office/drawing/2014/main" id="{1F8E2EE0-EE13-788E-ECD9-CA3BDEC69EAB}"/>
              </a:ext>
            </a:extLst>
          </p:cNvPr>
          <p:cNvSpPr txBox="1"/>
          <p:nvPr/>
        </p:nvSpPr>
        <p:spPr>
          <a:xfrm>
            <a:off x="5021982" y="2138090"/>
            <a:ext cx="108490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spc="-1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Interbank money market indexes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78C748A-6E20-2F20-57AA-9C0782D095B9}"/>
              </a:ext>
            </a:extLst>
          </p:cNvPr>
          <p:cNvSpPr txBox="1"/>
          <p:nvPr/>
        </p:nvSpPr>
        <p:spPr>
          <a:xfrm>
            <a:off x="1088476" y="12868342"/>
            <a:ext cx="23317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Sana/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45AD794-0D3B-CCB8-0469-B4900A846688}"/>
              </a:ext>
            </a:extLst>
          </p:cNvPr>
          <p:cNvSpPr txBox="1"/>
          <p:nvPr/>
        </p:nvSpPr>
        <p:spPr>
          <a:xfrm>
            <a:off x="3680650" y="12868342"/>
            <a:ext cx="24760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3" name="TextBox 256">
            <a:extLst>
              <a:ext uri="{FF2B5EF4-FFF2-40B4-BE49-F238E27FC236}">
                <a16:creationId xmlns:a16="http://schemas.microsoft.com/office/drawing/2014/main" id="{E454DDD9-9E1D-5D9B-BD8F-AF67D0BEFB8D}"/>
              </a:ext>
            </a:extLst>
          </p:cNvPr>
          <p:cNvSpPr txBox="1"/>
          <p:nvPr/>
        </p:nvSpPr>
        <p:spPr>
          <a:xfrm>
            <a:off x="6302306" y="12868342"/>
            <a:ext cx="26241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4" name="TextBox 300">
            <a:extLst>
              <a:ext uri="{FF2B5EF4-FFF2-40B4-BE49-F238E27FC236}">
                <a16:creationId xmlns:a16="http://schemas.microsoft.com/office/drawing/2014/main" id="{F5B2AD9E-F88A-17D4-E5AF-84FC19B96ADF}"/>
              </a:ext>
            </a:extLst>
          </p:cNvPr>
          <p:cNvSpPr txBox="1"/>
          <p:nvPr/>
        </p:nvSpPr>
        <p:spPr>
          <a:xfrm>
            <a:off x="8991116" y="12868342"/>
            <a:ext cx="26241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30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11" name="TextBox 105">
            <a:extLst>
              <a:ext uri="{FF2B5EF4-FFF2-40B4-BE49-F238E27FC236}">
                <a16:creationId xmlns:a16="http://schemas.microsoft.com/office/drawing/2014/main" id="{954E7049-97F7-6311-B9D8-286A9862A186}"/>
              </a:ext>
            </a:extLst>
          </p:cNvPr>
          <p:cNvSpPr txBox="1"/>
          <p:nvPr/>
        </p:nvSpPr>
        <p:spPr>
          <a:xfrm>
            <a:off x="14219086" y="12868342"/>
            <a:ext cx="283359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180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12" name="TextBox 115">
            <a:extLst>
              <a:ext uri="{FF2B5EF4-FFF2-40B4-BE49-F238E27FC236}">
                <a16:creationId xmlns:a16="http://schemas.microsoft.com/office/drawing/2014/main" id="{CD61D827-D251-B2FC-F404-5A181532F7C9}"/>
              </a:ext>
            </a:extLst>
          </p:cNvPr>
          <p:cNvSpPr txBox="1"/>
          <p:nvPr/>
        </p:nvSpPr>
        <p:spPr>
          <a:xfrm>
            <a:off x="17041372" y="12642228"/>
            <a:ext cx="2624116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UZONIA INDEX </a:t>
            </a:r>
            <a:r>
              <a:rPr lang="en-US" sz="2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(05.01.2022=100)</a:t>
            </a:r>
          </a:p>
        </p:txBody>
      </p:sp>
      <p:sp>
        <p:nvSpPr>
          <p:cNvPr id="20" name="TextBox 1">
            <a:extLst>
              <a:ext uri="{FF2B5EF4-FFF2-40B4-BE49-F238E27FC236}">
                <a16:creationId xmlns:a16="http://schemas.microsoft.com/office/drawing/2014/main" id="{2AB7D9AC-4422-656A-8251-396C0931DC20}"/>
              </a:ext>
            </a:extLst>
          </p:cNvPr>
          <p:cNvSpPr txBox="1"/>
          <p:nvPr/>
        </p:nvSpPr>
        <p:spPr>
          <a:xfrm>
            <a:off x="869429" y="14770495"/>
            <a:ext cx="268058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19/01/2026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4FF28632-3B43-694D-FD67-1338178A573D}"/>
              </a:ext>
            </a:extLst>
          </p:cNvPr>
          <p:cNvSpPr txBox="1"/>
          <p:nvPr/>
        </p:nvSpPr>
        <p:spPr>
          <a:xfrm>
            <a:off x="869429" y="16020090"/>
            <a:ext cx="26955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20/01/2026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CADCF1-F658-FAB1-72C5-062E9FC26AB8}"/>
              </a:ext>
            </a:extLst>
          </p:cNvPr>
          <p:cNvSpPr txBox="1"/>
          <p:nvPr/>
        </p:nvSpPr>
        <p:spPr>
          <a:xfrm>
            <a:off x="882902" y="17075054"/>
            <a:ext cx="26820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O‘zgarishi</a:t>
            </a:r>
            <a:r>
              <a:rPr lang="en-US" sz="32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2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Change</a:t>
            </a:r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66444F54-981B-60D9-EC1E-0DCC4E5EEE71}"/>
              </a:ext>
            </a:extLst>
          </p:cNvPr>
          <p:cNvSpPr txBox="1"/>
          <p:nvPr/>
        </p:nvSpPr>
        <p:spPr>
          <a:xfrm>
            <a:off x="3531121" y="14770495"/>
            <a:ext cx="27009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13,7679%</a:t>
            </a: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2BF4C15D-00F3-C810-C6F0-8D13453F62F4}"/>
              </a:ext>
            </a:extLst>
          </p:cNvPr>
          <p:cNvSpPr txBox="1"/>
          <p:nvPr/>
        </p:nvSpPr>
        <p:spPr>
          <a:xfrm>
            <a:off x="6232091" y="14770495"/>
            <a:ext cx="267665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13,4331%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51869E60-8065-1C52-53C2-A02D5C36DFBE}"/>
              </a:ext>
            </a:extLst>
          </p:cNvPr>
          <p:cNvSpPr txBox="1"/>
          <p:nvPr/>
        </p:nvSpPr>
        <p:spPr>
          <a:xfrm>
            <a:off x="8960178" y="14770495"/>
            <a:ext cx="266449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13,6794%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id="{88645AF3-EF0D-D93C-9A6E-F07E1BA4E9D8}"/>
              </a:ext>
            </a:extLst>
          </p:cNvPr>
          <p:cNvSpPr txBox="1"/>
          <p:nvPr/>
        </p:nvSpPr>
        <p:spPr>
          <a:xfrm>
            <a:off x="11615232" y="14770495"/>
            <a:ext cx="271171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14,0512%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01F00777-996F-2513-92BA-B4EF9C782623}"/>
              </a:ext>
            </a:extLst>
          </p:cNvPr>
          <p:cNvSpPr txBox="1"/>
          <p:nvPr/>
        </p:nvSpPr>
        <p:spPr>
          <a:xfrm>
            <a:off x="14341909" y="14770495"/>
            <a:ext cx="267385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14,0771%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5" name="TextBox 7">
            <a:extLst>
              <a:ext uri="{FF2B5EF4-FFF2-40B4-BE49-F238E27FC236}">
                <a16:creationId xmlns:a16="http://schemas.microsoft.com/office/drawing/2014/main" id="{16857A5A-EB88-436C-7C34-286DAFB6D1AC}"/>
              </a:ext>
            </a:extLst>
          </p:cNvPr>
          <p:cNvSpPr txBox="1"/>
          <p:nvPr/>
        </p:nvSpPr>
        <p:spPr>
          <a:xfrm>
            <a:off x="16982005" y="14770495"/>
            <a:ext cx="272256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175,4896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8A410C86-C4B0-B662-9E57-60C99BD4EEE8}"/>
              </a:ext>
            </a:extLst>
          </p:cNvPr>
          <p:cNvSpPr txBox="1"/>
          <p:nvPr/>
        </p:nvSpPr>
        <p:spPr>
          <a:xfrm>
            <a:off x="3582558" y="16020090"/>
            <a:ext cx="264953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13,7928%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00262821-B24E-736C-D9DD-CB61B5B1F190}"/>
              </a:ext>
            </a:extLst>
          </p:cNvPr>
          <p:cNvSpPr txBox="1"/>
          <p:nvPr/>
        </p:nvSpPr>
        <p:spPr>
          <a:xfrm>
            <a:off x="6232090" y="16020090"/>
            <a:ext cx="267665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13,4769%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A68D758A-6DBB-E049-4E11-8AAFE7A80524}"/>
              </a:ext>
            </a:extLst>
          </p:cNvPr>
          <p:cNvSpPr txBox="1"/>
          <p:nvPr/>
        </p:nvSpPr>
        <p:spPr>
          <a:xfrm>
            <a:off x="8960178" y="16020090"/>
            <a:ext cx="266449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13,6793%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0913C83E-B2BB-E667-B20A-6124D5BB3B22}"/>
              </a:ext>
            </a:extLst>
          </p:cNvPr>
          <p:cNvSpPr txBox="1"/>
          <p:nvPr/>
        </p:nvSpPr>
        <p:spPr>
          <a:xfrm>
            <a:off x="11609712" y="16020090"/>
            <a:ext cx="271724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14,0490%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5B8528CC-6062-9E85-2C5C-8FD6A2BE7E7A}"/>
              </a:ext>
            </a:extLst>
          </p:cNvPr>
          <p:cNvSpPr txBox="1"/>
          <p:nvPr/>
        </p:nvSpPr>
        <p:spPr>
          <a:xfrm>
            <a:off x="14341908" y="16020090"/>
            <a:ext cx="267385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14,0820%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6" name="TextBox 14">
            <a:extLst>
              <a:ext uri="{FF2B5EF4-FFF2-40B4-BE49-F238E27FC236}">
                <a16:creationId xmlns:a16="http://schemas.microsoft.com/office/drawing/2014/main" id="{D93D0A64-B779-C99A-73C5-1681E9D043DE}"/>
              </a:ext>
            </a:extLst>
          </p:cNvPr>
          <p:cNvSpPr txBox="1"/>
          <p:nvPr/>
        </p:nvSpPr>
        <p:spPr>
          <a:xfrm>
            <a:off x="16991442" y="16020090"/>
            <a:ext cx="26996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175,5559</a:t>
            </a:r>
            <a:endParaRPr lang="en-US" sz="3500" spc="-150" dirty="0">
              <a:solidFill>
                <a:srgbClr val="01274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15">
            <a:extLst>
              <a:ext uri="{FF2B5EF4-FFF2-40B4-BE49-F238E27FC236}">
                <a16:creationId xmlns:a16="http://schemas.microsoft.com/office/drawing/2014/main" id="{3CB2E836-62C4-5D7E-73F1-BFCD7DA73C9C}"/>
              </a:ext>
            </a:extLst>
          </p:cNvPr>
          <p:cNvSpPr txBox="1"/>
          <p:nvPr/>
        </p:nvSpPr>
        <p:spPr>
          <a:xfrm>
            <a:off x="3605702" y="17330401"/>
            <a:ext cx="26143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0,0249%</a:t>
            </a:r>
            <a:endParaRPr lang="en-US" sz="3500" spc="-15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8" name="TextBox 16">
            <a:extLst>
              <a:ext uri="{FF2B5EF4-FFF2-40B4-BE49-F238E27FC236}">
                <a16:creationId xmlns:a16="http://schemas.microsoft.com/office/drawing/2014/main" id="{BAFE5A39-CD2C-501A-C757-EC7F763BF08E}"/>
              </a:ext>
            </a:extLst>
          </p:cNvPr>
          <p:cNvSpPr txBox="1"/>
          <p:nvPr/>
        </p:nvSpPr>
        <p:spPr>
          <a:xfrm>
            <a:off x="6294375" y="17330401"/>
            <a:ext cx="26143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0,0438%</a:t>
            </a:r>
            <a:endParaRPr lang="en-US" sz="3500" spc="-15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9" name="TextBox 17">
            <a:extLst>
              <a:ext uri="{FF2B5EF4-FFF2-40B4-BE49-F238E27FC236}">
                <a16:creationId xmlns:a16="http://schemas.microsoft.com/office/drawing/2014/main" id="{4077A5D9-C825-E2EA-A4C5-3289B8C34ACA}"/>
              </a:ext>
            </a:extLst>
          </p:cNvPr>
          <p:cNvSpPr txBox="1"/>
          <p:nvPr/>
        </p:nvSpPr>
        <p:spPr>
          <a:xfrm>
            <a:off x="9010303" y="17330401"/>
            <a:ext cx="26143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-0,0001%</a:t>
            </a:r>
            <a:endParaRPr lang="en-US" sz="3500" spc="-15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0" name="TextBox 18">
            <a:extLst>
              <a:ext uri="{FF2B5EF4-FFF2-40B4-BE49-F238E27FC236}">
                <a16:creationId xmlns:a16="http://schemas.microsoft.com/office/drawing/2014/main" id="{20A2E7BB-2142-4DC1-69CA-1D80467577F1}"/>
              </a:ext>
            </a:extLst>
          </p:cNvPr>
          <p:cNvSpPr txBox="1"/>
          <p:nvPr/>
        </p:nvSpPr>
        <p:spPr>
          <a:xfrm>
            <a:off x="11741016" y="17330401"/>
            <a:ext cx="26143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-0,0022%</a:t>
            </a:r>
            <a:endParaRPr lang="en-US" sz="3500" spc="-15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3" name="TextBox 19">
            <a:extLst>
              <a:ext uri="{FF2B5EF4-FFF2-40B4-BE49-F238E27FC236}">
                <a16:creationId xmlns:a16="http://schemas.microsoft.com/office/drawing/2014/main" id="{A1BB3460-0F17-1B18-E507-241642FC9B02}"/>
              </a:ext>
            </a:extLst>
          </p:cNvPr>
          <p:cNvSpPr txBox="1"/>
          <p:nvPr/>
        </p:nvSpPr>
        <p:spPr>
          <a:xfrm>
            <a:off x="14341909" y="17330401"/>
            <a:ext cx="26143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0,0049%</a:t>
            </a:r>
            <a:endParaRPr lang="en-US" sz="3500" spc="-15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4" name="TextBox 20">
            <a:extLst>
              <a:ext uri="{FF2B5EF4-FFF2-40B4-BE49-F238E27FC236}">
                <a16:creationId xmlns:a16="http://schemas.microsoft.com/office/drawing/2014/main" id="{3A2B825F-4E47-1393-1D7F-E48908A804E0}"/>
              </a:ext>
            </a:extLst>
          </p:cNvPr>
          <p:cNvSpPr txBox="1"/>
          <p:nvPr/>
        </p:nvSpPr>
        <p:spPr>
          <a:xfrm>
            <a:off x="16973858" y="17330401"/>
            <a:ext cx="261436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0,0663</a:t>
            </a:r>
            <a:endParaRPr lang="en-US" sz="3500" spc="-15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0AD7113-1B32-B6E2-757D-30C517CC4CEA}"/>
              </a:ext>
            </a:extLst>
          </p:cNvPr>
          <p:cNvGrpSpPr/>
          <p:nvPr/>
        </p:nvGrpSpPr>
        <p:grpSpPr>
          <a:xfrm>
            <a:off x="876165" y="12457556"/>
            <a:ext cx="18821670" cy="1994686"/>
            <a:chOff x="876165" y="9358711"/>
            <a:chExt cx="18821670" cy="264766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D5EEF71-9F2F-5F0A-73D9-12A24D7B7601}"/>
                </a:ext>
              </a:extLst>
            </p:cNvPr>
            <p:cNvSpPr/>
            <p:nvPr/>
          </p:nvSpPr>
          <p:spPr>
            <a:xfrm>
              <a:off x="87616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5DFB43E-821D-1E11-507B-FCBF0E215C28}"/>
                </a:ext>
              </a:extLst>
            </p:cNvPr>
            <p:cNvSpPr/>
            <p:nvPr/>
          </p:nvSpPr>
          <p:spPr>
            <a:xfrm>
              <a:off x="356497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B6E6FDA-220C-67C0-D559-00F55985E517}"/>
                </a:ext>
              </a:extLst>
            </p:cNvPr>
            <p:cNvSpPr/>
            <p:nvPr/>
          </p:nvSpPr>
          <p:spPr>
            <a:xfrm>
              <a:off x="625378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7F4AB92-A804-06C4-5955-E5A21C328569}"/>
                </a:ext>
              </a:extLst>
            </p:cNvPr>
            <p:cNvSpPr/>
            <p:nvPr/>
          </p:nvSpPr>
          <p:spPr>
            <a:xfrm>
              <a:off x="894259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8E9A984-1BB1-318B-7321-73910146EB75}"/>
                </a:ext>
              </a:extLst>
            </p:cNvPr>
            <p:cNvSpPr/>
            <p:nvPr/>
          </p:nvSpPr>
          <p:spPr>
            <a:xfrm>
              <a:off x="1163140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1C8D06B-418D-28F8-21EC-8570AA367EF0}"/>
                </a:ext>
              </a:extLst>
            </p:cNvPr>
            <p:cNvSpPr/>
            <p:nvPr/>
          </p:nvSpPr>
          <p:spPr>
            <a:xfrm>
              <a:off x="1432021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8559F0B-AFB2-C49C-AE67-66E752E3B3B4}"/>
                </a:ext>
              </a:extLst>
            </p:cNvPr>
            <p:cNvSpPr/>
            <p:nvPr/>
          </p:nvSpPr>
          <p:spPr>
            <a:xfrm>
              <a:off x="1700902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0B30DF8-C7C9-14D3-C37E-55D52846843A}"/>
              </a:ext>
            </a:extLst>
          </p:cNvPr>
          <p:cNvGrpSpPr/>
          <p:nvPr/>
        </p:nvGrpSpPr>
        <p:grpSpPr>
          <a:xfrm>
            <a:off x="876165" y="14448680"/>
            <a:ext cx="18821670" cy="3805192"/>
            <a:chOff x="876165" y="11349834"/>
            <a:chExt cx="18821670" cy="7943004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D360F5F-801F-6DD5-3268-76FDA77F2E87}"/>
                </a:ext>
              </a:extLst>
            </p:cNvPr>
            <p:cNvSpPr/>
            <p:nvPr/>
          </p:nvSpPr>
          <p:spPr>
            <a:xfrm>
              <a:off x="87616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DCAEA8E-4699-C77D-0D41-DE7DEFFBDBE3}"/>
                </a:ext>
              </a:extLst>
            </p:cNvPr>
            <p:cNvSpPr/>
            <p:nvPr/>
          </p:nvSpPr>
          <p:spPr>
            <a:xfrm>
              <a:off x="356497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E571E11-9B77-5118-8A61-B59E7F4D868F}"/>
                </a:ext>
              </a:extLst>
            </p:cNvPr>
            <p:cNvSpPr/>
            <p:nvPr/>
          </p:nvSpPr>
          <p:spPr>
            <a:xfrm>
              <a:off x="625378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BCD60C8-DC4A-0130-1373-45B80DFC923C}"/>
                </a:ext>
              </a:extLst>
            </p:cNvPr>
            <p:cNvSpPr/>
            <p:nvPr/>
          </p:nvSpPr>
          <p:spPr>
            <a:xfrm>
              <a:off x="894259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768892A-6201-6519-FF4E-94D1DB5C126A}"/>
                </a:ext>
              </a:extLst>
            </p:cNvPr>
            <p:cNvSpPr/>
            <p:nvPr/>
          </p:nvSpPr>
          <p:spPr>
            <a:xfrm>
              <a:off x="1163140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8F1CC09-B837-799D-C8B7-1F670AF3A6D2}"/>
                </a:ext>
              </a:extLst>
            </p:cNvPr>
            <p:cNvSpPr/>
            <p:nvPr/>
          </p:nvSpPr>
          <p:spPr>
            <a:xfrm>
              <a:off x="1432021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473F0F4-F971-A56E-1155-B3757EC68332}"/>
                </a:ext>
              </a:extLst>
            </p:cNvPr>
            <p:cNvSpPr/>
            <p:nvPr/>
          </p:nvSpPr>
          <p:spPr>
            <a:xfrm>
              <a:off x="1700902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C231F48-1E8C-3769-126E-BB7F5FE4EB14}"/>
                </a:ext>
              </a:extLst>
            </p:cNvPr>
            <p:cNvSpPr/>
            <p:nvPr/>
          </p:nvSpPr>
          <p:spPr>
            <a:xfrm>
              <a:off x="87616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90AEB9C-E95E-E402-5D80-934E0D62FFAC}"/>
                </a:ext>
              </a:extLst>
            </p:cNvPr>
            <p:cNvSpPr/>
            <p:nvPr/>
          </p:nvSpPr>
          <p:spPr>
            <a:xfrm>
              <a:off x="356497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F84DB17-6EDD-59C8-0DC5-214E96F4D6F3}"/>
                </a:ext>
              </a:extLst>
            </p:cNvPr>
            <p:cNvSpPr/>
            <p:nvPr/>
          </p:nvSpPr>
          <p:spPr>
            <a:xfrm>
              <a:off x="625378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6581B0B-C7C7-D1A4-62E2-E0170849AA3E}"/>
                </a:ext>
              </a:extLst>
            </p:cNvPr>
            <p:cNvSpPr/>
            <p:nvPr/>
          </p:nvSpPr>
          <p:spPr>
            <a:xfrm>
              <a:off x="894259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E6CA14-96F1-BD4E-4507-3654D328EE16}"/>
                </a:ext>
              </a:extLst>
            </p:cNvPr>
            <p:cNvSpPr/>
            <p:nvPr/>
          </p:nvSpPr>
          <p:spPr>
            <a:xfrm>
              <a:off x="1163140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B6D3FF7-69DA-C062-70BA-209E0A2BE7A9}"/>
                </a:ext>
              </a:extLst>
            </p:cNvPr>
            <p:cNvSpPr/>
            <p:nvPr/>
          </p:nvSpPr>
          <p:spPr>
            <a:xfrm>
              <a:off x="1432021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A068BD89-AC87-B708-D61D-1D4B0C057874}"/>
                </a:ext>
              </a:extLst>
            </p:cNvPr>
            <p:cNvSpPr/>
            <p:nvPr/>
          </p:nvSpPr>
          <p:spPr>
            <a:xfrm>
              <a:off x="1700902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3366877-E01F-2C76-DC2F-B2356E98D8A9}"/>
                </a:ext>
              </a:extLst>
            </p:cNvPr>
            <p:cNvSpPr/>
            <p:nvPr/>
          </p:nvSpPr>
          <p:spPr>
            <a:xfrm>
              <a:off x="87616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D2459B8-B424-56BD-40BE-C96697E6EFB8}"/>
                </a:ext>
              </a:extLst>
            </p:cNvPr>
            <p:cNvSpPr/>
            <p:nvPr/>
          </p:nvSpPr>
          <p:spPr>
            <a:xfrm>
              <a:off x="356497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A713D9E-CE99-23A2-AB15-BAB82339C768}"/>
                </a:ext>
              </a:extLst>
            </p:cNvPr>
            <p:cNvSpPr/>
            <p:nvPr/>
          </p:nvSpPr>
          <p:spPr>
            <a:xfrm>
              <a:off x="625378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34B9C5C-92E7-1022-182F-330C771E96C0}"/>
                </a:ext>
              </a:extLst>
            </p:cNvPr>
            <p:cNvSpPr/>
            <p:nvPr/>
          </p:nvSpPr>
          <p:spPr>
            <a:xfrm>
              <a:off x="894259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09066CD-951F-0A55-A565-883C0C22B975}"/>
                </a:ext>
              </a:extLst>
            </p:cNvPr>
            <p:cNvSpPr/>
            <p:nvPr/>
          </p:nvSpPr>
          <p:spPr>
            <a:xfrm>
              <a:off x="1163140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CF621A3-79E8-9B52-1D2E-DCCFE3836201}"/>
                </a:ext>
              </a:extLst>
            </p:cNvPr>
            <p:cNvSpPr/>
            <p:nvPr/>
          </p:nvSpPr>
          <p:spPr>
            <a:xfrm>
              <a:off x="1432021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7BA5B94-7AC9-9E35-4E5F-99A26C78259F}"/>
                </a:ext>
              </a:extLst>
            </p:cNvPr>
            <p:cNvSpPr/>
            <p:nvPr/>
          </p:nvSpPr>
          <p:spPr>
            <a:xfrm>
              <a:off x="1700902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D235C38C-FFDD-C640-B504-D5C8CF3B2222}"/>
              </a:ext>
            </a:extLst>
          </p:cNvPr>
          <p:cNvSpPr txBox="1"/>
          <p:nvPr/>
        </p:nvSpPr>
        <p:spPr>
          <a:xfrm>
            <a:off x="11696099" y="12868342"/>
            <a:ext cx="26241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90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8889F6C-1E3D-E5CE-1DA1-DF1850AF0043}"/>
              </a:ext>
            </a:extLst>
          </p:cNvPr>
          <p:cNvSpPr txBox="1"/>
          <p:nvPr/>
        </p:nvSpPr>
        <p:spPr>
          <a:xfrm>
            <a:off x="1409742" y="19068371"/>
            <a:ext cx="18066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12749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UZONIA</a:t>
            </a:r>
            <a:r>
              <a:rPr lang="en-US" sz="3200" dirty="0">
                <a:solidFill>
                  <a:srgbClr val="012749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 </a:t>
            </a:r>
            <a:r>
              <a:rPr lang="en-US" sz="3200" dirty="0" err="1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davr</a:t>
            </a:r>
            <a:r>
              <a:rPr lang="en-US" sz="3200" dirty="0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 </a:t>
            </a:r>
            <a:r>
              <a:rPr lang="en-US" sz="3200" dirty="0" err="1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oralig’idagi</a:t>
            </a:r>
            <a:r>
              <a:rPr lang="en-US" sz="3200" dirty="0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 </a:t>
            </a:r>
            <a:r>
              <a:rPr lang="en-US" sz="3200" dirty="0" err="1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o’zgarishlar</a:t>
            </a:r>
            <a:r>
              <a:rPr lang="en-US" sz="3200" dirty="0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/changes during the period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727BE2F-E831-85E4-38B9-A3D2DFBCACDF}"/>
              </a:ext>
            </a:extLst>
          </p:cNvPr>
          <p:cNvSpPr txBox="1"/>
          <p:nvPr/>
        </p:nvSpPr>
        <p:spPr>
          <a:xfrm>
            <a:off x="2498742" y="20249047"/>
            <a:ext cx="3666404" cy="1621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1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haftalik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/week</a:t>
            </a:r>
            <a:endParaRPr lang="en-US" sz="3500" dirty="0">
              <a:latin typeface="Roboto "/>
            </a:endParaRPr>
          </a:p>
          <a:p>
            <a:pPr algn="ctr">
              <a:lnSpc>
                <a:spcPct val="150000"/>
              </a:lnSpc>
            </a:pPr>
            <a:r>
              <a:rPr lang="en-US" sz="3500" b="1" dirty="0">
                <a:solidFill>
                  <a:srgbClr val="4CA626"/>
                </a:solidFill>
                <a:latin typeface="Roboto "/>
                <a:ea typeface="Calibri (MS) Bold"/>
                <a:cs typeface="Calibri (MS) Bold"/>
                <a:sym typeface="Calibri (MS) Bold"/>
              </a:rPr>
              <a:t>▲ 0.2697%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4352B05-147F-9703-547E-141D1BCFF143}"/>
              </a:ext>
            </a:extLst>
          </p:cNvPr>
          <p:cNvSpPr txBox="1"/>
          <p:nvPr/>
        </p:nvSpPr>
        <p:spPr>
          <a:xfrm>
            <a:off x="14385842" y="20249047"/>
            <a:ext cx="3666404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3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oylik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/month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AB0D24A-32B9-E5DF-675A-31C18D5E6730}"/>
              </a:ext>
            </a:extLst>
          </p:cNvPr>
          <p:cNvSpPr txBox="1"/>
          <p:nvPr/>
        </p:nvSpPr>
        <p:spPr>
          <a:xfrm>
            <a:off x="2498742" y="22584115"/>
            <a:ext cx="3666404" cy="1616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6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oylik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/month</a:t>
            </a:r>
            <a:endParaRPr lang="en-US" sz="3500" dirty="0">
              <a:latin typeface="Roboto "/>
            </a:endParaRPr>
          </a:p>
          <a:p>
            <a:pPr algn="ctr">
              <a:lnSpc>
                <a:spcPct val="150000"/>
              </a:lnSpc>
            </a:pPr>
            <a:r>
              <a:rPr lang="en-US" sz="3500" b="1" dirty="0">
                <a:solidFill>
                  <a:srgbClr val="4CA626"/>
                </a:solidFill>
                <a:latin typeface="Roboto "/>
                <a:ea typeface="Calibri (MS) Bold"/>
                <a:cs typeface="Calibri (MS) Bold"/>
                <a:sym typeface="Calibri (MS) Bold"/>
              </a:rPr>
              <a:t>▲ 1.1181%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7F9309B-4AB1-42CB-3ED2-51CD177B568E}"/>
              </a:ext>
            </a:extLst>
          </p:cNvPr>
          <p:cNvSpPr txBox="1"/>
          <p:nvPr/>
        </p:nvSpPr>
        <p:spPr>
          <a:xfrm>
            <a:off x="8453798" y="20249047"/>
            <a:ext cx="3666404" cy="1621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1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oylik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/month</a:t>
            </a:r>
            <a:endParaRPr lang="en-US" sz="3500" dirty="0">
              <a:latin typeface="Roboto "/>
            </a:endParaRPr>
          </a:p>
          <a:p>
            <a:pPr algn="ctr">
              <a:lnSpc>
                <a:spcPct val="150000"/>
              </a:lnSpc>
            </a:pPr>
            <a:r>
              <a:rPr lang="en-US" sz="3500" b="1" dirty="0">
                <a:solidFill>
                  <a:srgbClr val="FF0000"/>
                </a:solidFill>
                <a:latin typeface="Roboto "/>
                <a:ea typeface="Calibri (MS) Bold"/>
                <a:cs typeface="Calibri (MS) Bold"/>
                <a:sym typeface="Calibri (MS) Bold"/>
              </a:rPr>
              <a:t>▼ -0.0085%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16CB7D4-B230-236D-6337-D366F2AE203B}"/>
              </a:ext>
            </a:extLst>
          </p:cNvPr>
          <p:cNvSpPr txBox="1"/>
          <p:nvPr/>
        </p:nvSpPr>
        <p:spPr>
          <a:xfrm>
            <a:off x="7967741" y="22584115"/>
            <a:ext cx="4699489" cy="1616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Joriy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yil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boshidan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/YTD</a:t>
            </a:r>
          </a:p>
          <a:p>
            <a:pPr algn="ctr">
              <a:lnSpc>
                <a:spcPct val="150000"/>
              </a:lnSpc>
            </a:pPr>
            <a:r>
              <a:rPr lang="en-US" sz="3500" b="1" dirty="0">
                <a:solidFill>
                  <a:srgbClr val="4CA626"/>
                </a:solidFill>
                <a:latin typeface="Roboto "/>
                <a:ea typeface="Calibri (MS) Bold"/>
                <a:cs typeface="Calibri (MS) Bold"/>
                <a:sym typeface="Calibri (MS) Bold"/>
              </a:rPr>
              <a:t>▲ 1.1928%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1E8B4FA-621D-DC59-8C31-18D354E7BA12}"/>
              </a:ext>
            </a:extLst>
          </p:cNvPr>
          <p:cNvSpPr txBox="1"/>
          <p:nvPr/>
        </p:nvSpPr>
        <p:spPr>
          <a:xfrm>
            <a:off x="14385842" y="22584115"/>
            <a:ext cx="3666404" cy="1616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1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yillik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/year</a:t>
            </a:r>
            <a:endParaRPr lang="en-US" sz="3500" dirty="0">
              <a:latin typeface="Roboto "/>
            </a:endParaRPr>
          </a:p>
          <a:p>
            <a:pPr algn="ctr">
              <a:lnSpc>
                <a:spcPct val="150000"/>
              </a:lnSpc>
            </a:pPr>
            <a:r>
              <a:rPr lang="en-US" sz="3500" b="1" dirty="0">
                <a:solidFill>
                  <a:srgbClr val="4CA626"/>
                </a:solidFill>
                <a:latin typeface="Roboto "/>
                <a:ea typeface="Calibri (MS) Bold"/>
                <a:cs typeface="Calibri (MS) Bold"/>
                <a:sym typeface="Calibri (MS) Bold"/>
              </a:rPr>
              <a:t>▲ 0.7928%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FE02395-BC01-6260-3888-6370267783E0}"/>
              </a:ext>
            </a:extLst>
          </p:cNvPr>
          <p:cNvCxnSpPr>
            <a:cxnSpLocks/>
          </p:cNvCxnSpPr>
          <p:nvPr/>
        </p:nvCxnSpPr>
        <p:spPr>
          <a:xfrm>
            <a:off x="1554794" y="22320015"/>
            <a:ext cx="17464413" cy="0"/>
          </a:xfrm>
          <a:prstGeom prst="line">
            <a:avLst/>
          </a:prstGeom>
          <a:ln w="19050">
            <a:solidFill>
              <a:srgbClr val="69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C5780B1-B492-A3B7-5702-4B978EB009A9}"/>
              </a:ext>
            </a:extLst>
          </p:cNvPr>
          <p:cNvCxnSpPr>
            <a:cxnSpLocks/>
          </p:cNvCxnSpPr>
          <p:nvPr/>
        </p:nvCxnSpPr>
        <p:spPr>
          <a:xfrm>
            <a:off x="7146219" y="20249047"/>
            <a:ext cx="0" cy="4032672"/>
          </a:xfrm>
          <a:prstGeom prst="line">
            <a:avLst/>
          </a:prstGeom>
          <a:ln w="19050">
            <a:solidFill>
              <a:srgbClr val="69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1A12E11-15FE-6035-D28F-5A3A8444721A}"/>
              </a:ext>
            </a:extLst>
          </p:cNvPr>
          <p:cNvCxnSpPr>
            <a:cxnSpLocks/>
          </p:cNvCxnSpPr>
          <p:nvPr/>
        </p:nvCxnSpPr>
        <p:spPr>
          <a:xfrm>
            <a:off x="13409536" y="20249047"/>
            <a:ext cx="0" cy="4032672"/>
          </a:xfrm>
          <a:prstGeom prst="line">
            <a:avLst/>
          </a:prstGeom>
          <a:ln w="19050">
            <a:solidFill>
              <a:srgbClr val="69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6">
            <a:extLst>
              <a:ext uri="{FF2B5EF4-FFF2-40B4-BE49-F238E27FC236}">
                <a16:creationId xmlns:a16="http://schemas.microsoft.com/office/drawing/2014/main" id="{D2431743-BD33-9D76-CC68-438363DD2CF3}"/>
              </a:ext>
            </a:extLst>
          </p:cNvPr>
          <p:cNvSpPr txBox="1"/>
          <p:nvPr/>
        </p:nvSpPr>
        <p:spPr>
          <a:xfrm>
            <a:off x="14219086" y="21091172"/>
            <a:ext cx="3666404" cy="808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500" b="1" dirty="0">
                <a:solidFill>
                  <a:srgbClr val="FF0000"/>
                </a:solidFill>
                <a:latin typeface="Roboto "/>
                <a:ea typeface="Calibri (MS) Bold"/>
                <a:cs typeface="Calibri (MS) Bold"/>
                <a:sym typeface="Calibri (MS) Bold"/>
              </a:rPr>
              <a:t>▼ -0.1990%</a:t>
            </a:r>
          </a:p>
        </p:txBody>
      </p:sp>
      <p:sp>
        <p:nvSpPr>
          <p:cNvPr id="16" name="TextBox 856">
            <a:extLst>
              <a:ext uri="{FF2B5EF4-FFF2-40B4-BE49-F238E27FC236}">
                <a16:creationId xmlns:a16="http://schemas.microsoft.com/office/drawing/2014/main" id="{05D2332A-8B4C-029C-9F9B-1B1C962E257A}"/>
              </a:ext>
            </a:extLst>
          </p:cNvPr>
          <p:cNvSpPr txBox="1"/>
          <p:nvPr/>
        </p:nvSpPr>
        <p:spPr>
          <a:xfrm>
            <a:off x="153723" y="1020214"/>
            <a:ext cx="4633799" cy="1618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600" spc="-1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UZONIA</a:t>
            </a:r>
          </a:p>
        </p:txBody>
      </p:sp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7F1D3DDF-733D-7389-818B-E907DA9C8BE4}"/>
              </a:ext>
            </a:extLst>
          </p:cNvPr>
          <p:cNvGraphicFramePr>
            <a:graphicFrameLocks/>
          </p:cNvGraphicFramePr>
          <p:nvPr/>
        </p:nvGraphicFramePr>
        <p:xfrm>
          <a:off x="868082" y="4548782"/>
          <a:ext cx="18836488" cy="819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25133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6961-7998-E4D4-8693-19C69F5A4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4BA54A4C-9580-74B2-FA9A-731D2CA07066}"/>
              </a:ext>
            </a:extLst>
          </p:cNvPr>
          <p:cNvSpPr/>
          <p:nvPr/>
        </p:nvSpPr>
        <p:spPr>
          <a:xfrm>
            <a:off x="882902" y="18699353"/>
            <a:ext cx="18808196" cy="6073267"/>
          </a:xfrm>
          <a:prstGeom prst="rect">
            <a:avLst/>
          </a:prstGeom>
          <a:solidFill>
            <a:srgbClr val="E5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1B6DE2-75CD-493B-0D4F-F4091F1DCDE3}"/>
              </a:ext>
            </a:extLst>
          </p:cNvPr>
          <p:cNvSpPr/>
          <p:nvPr/>
        </p:nvSpPr>
        <p:spPr>
          <a:xfrm>
            <a:off x="-64771" y="-22777"/>
            <a:ext cx="20703542" cy="3823523"/>
          </a:xfrm>
          <a:prstGeom prst="rect">
            <a:avLst/>
          </a:prstGeom>
          <a:solidFill>
            <a:srgbClr val="0127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5DBBAE-6E2D-AC89-5545-045868C3D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5923" y="687918"/>
            <a:ext cx="2397585" cy="2402132"/>
          </a:xfrm>
          <a:prstGeom prst="rect">
            <a:avLst/>
          </a:prstGeom>
        </p:spPr>
      </p:pic>
      <p:sp>
        <p:nvSpPr>
          <p:cNvPr id="9" name="TextBox 856">
            <a:extLst>
              <a:ext uri="{FF2B5EF4-FFF2-40B4-BE49-F238E27FC236}">
                <a16:creationId xmlns:a16="http://schemas.microsoft.com/office/drawing/2014/main" id="{E856CCDC-2FBA-4E16-7105-46A18A1AE86F}"/>
              </a:ext>
            </a:extLst>
          </p:cNvPr>
          <p:cNvSpPr txBox="1"/>
          <p:nvPr/>
        </p:nvSpPr>
        <p:spPr>
          <a:xfrm>
            <a:off x="5021982" y="570954"/>
            <a:ext cx="107843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spc="-1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Banklararo pul bozori indekslari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46017F-4C77-4EF5-F749-D8ACC981DCD5}"/>
              </a:ext>
            </a:extLst>
          </p:cNvPr>
          <p:cNvCxnSpPr>
            <a:cxnSpLocks/>
          </p:cNvCxnSpPr>
          <p:nvPr/>
        </p:nvCxnSpPr>
        <p:spPr>
          <a:xfrm>
            <a:off x="5135030" y="1926657"/>
            <a:ext cx="1064959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56">
            <a:extLst>
              <a:ext uri="{FF2B5EF4-FFF2-40B4-BE49-F238E27FC236}">
                <a16:creationId xmlns:a16="http://schemas.microsoft.com/office/drawing/2014/main" id="{B0E1D022-D537-89DD-B3FD-3CB9FCDCB385}"/>
              </a:ext>
            </a:extLst>
          </p:cNvPr>
          <p:cNvSpPr txBox="1"/>
          <p:nvPr/>
        </p:nvSpPr>
        <p:spPr>
          <a:xfrm>
            <a:off x="5021982" y="2138090"/>
            <a:ext cx="108490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spc="-1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Interbank money market indexes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39B391E-6387-728A-CC25-83FE64EC4E2D}"/>
              </a:ext>
            </a:extLst>
          </p:cNvPr>
          <p:cNvSpPr txBox="1"/>
          <p:nvPr/>
        </p:nvSpPr>
        <p:spPr>
          <a:xfrm>
            <a:off x="1088476" y="12868342"/>
            <a:ext cx="23317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Sana/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FE7F117-E723-0E2F-32C0-2CA70CCB6227}"/>
              </a:ext>
            </a:extLst>
          </p:cNvPr>
          <p:cNvSpPr txBox="1"/>
          <p:nvPr/>
        </p:nvSpPr>
        <p:spPr>
          <a:xfrm>
            <a:off x="3680650" y="12868342"/>
            <a:ext cx="24760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3" name="TextBox 256">
            <a:extLst>
              <a:ext uri="{FF2B5EF4-FFF2-40B4-BE49-F238E27FC236}">
                <a16:creationId xmlns:a16="http://schemas.microsoft.com/office/drawing/2014/main" id="{9B905C95-163D-81A2-9E9C-457E24734792}"/>
              </a:ext>
            </a:extLst>
          </p:cNvPr>
          <p:cNvSpPr txBox="1"/>
          <p:nvPr/>
        </p:nvSpPr>
        <p:spPr>
          <a:xfrm>
            <a:off x="6302306" y="12868342"/>
            <a:ext cx="26241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4" name="TextBox 300">
            <a:extLst>
              <a:ext uri="{FF2B5EF4-FFF2-40B4-BE49-F238E27FC236}">
                <a16:creationId xmlns:a16="http://schemas.microsoft.com/office/drawing/2014/main" id="{A2EBB5F6-64F7-0625-100C-7B3DC47C6BC6}"/>
              </a:ext>
            </a:extLst>
          </p:cNvPr>
          <p:cNvSpPr txBox="1"/>
          <p:nvPr/>
        </p:nvSpPr>
        <p:spPr>
          <a:xfrm>
            <a:off x="8991116" y="12868342"/>
            <a:ext cx="26241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30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11" name="TextBox 105">
            <a:extLst>
              <a:ext uri="{FF2B5EF4-FFF2-40B4-BE49-F238E27FC236}">
                <a16:creationId xmlns:a16="http://schemas.microsoft.com/office/drawing/2014/main" id="{CE05DF01-06E8-C4E3-6567-AAEA749A180D}"/>
              </a:ext>
            </a:extLst>
          </p:cNvPr>
          <p:cNvSpPr txBox="1"/>
          <p:nvPr/>
        </p:nvSpPr>
        <p:spPr>
          <a:xfrm>
            <a:off x="14219086" y="12868342"/>
            <a:ext cx="283359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180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12" name="TextBox 115">
            <a:extLst>
              <a:ext uri="{FF2B5EF4-FFF2-40B4-BE49-F238E27FC236}">
                <a16:creationId xmlns:a16="http://schemas.microsoft.com/office/drawing/2014/main" id="{2D78BDC6-3830-C0D0-FF0B-2A31EEA8F8FC}"/>
              </a:ext>
            </a:extLst>
          </p:cNvPr>
          <p:cNvSpPr txBox="1"/>
          <p:nvPr/>
        </p:nvSpPr>
        <p:spPr>
          <a:xfrm>
            <a:off x="17041372" y="12642228"/>
            <a:ext cx="2624116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UZONIA INDEX </a:t>
            </a:r>
            <a:r>
              <a:rPr lang="en-US" sz="2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(05.01.2022=100)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F00A6B-EED3-08E9-4F3E-6D69C46ACAA2}"/>
              </a:ext>
            </a:extLst>
          </p:cNvPr>
          <p:cNvSpPr txBox="1"/>
          <p:nvPr/>
        </p:nvSpPr>
        <p:spPr>
          <a:xfrm>
            <a:off x="882902" y="17075054"/>
            <a:ext cx="26820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O‘zgarishi</a:t>
            </a:r>
            <a:r>
              <a:rPr lang="en-US" sz="32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2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Change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327A4AF-FDCB-D800-2A5B-E20B421C2F5D}"/>
              </a:ext>
            </a:extLst>
          </p:cNvPr>
          <p:cNvGrpSpPr/>
          <p:nvPr/>
        </p:nvGrpSpPr>
        <p:grpSpPr>
          <a:xfrm>
            <a:off x="876165" y="12457556"/>
            <a:ext cx="18821670" cy="1994686"/>
            <a:chOff x="876165" y="9358711"/>
            <a:chExt cx="18821670" cy="264766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4989230-DA0F-6A09-71BE-2FA5C5115C29}"/>
                </a:ext>
              </a:extLst>
            </p:cNvPr>
            <p:cNvSpPr/>
            <p:nvPr/>
          </p:nvSpPr>
          <p:spPr>
            <a:xfrm>
              <a:off x="87616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5BA3ABA-3C76-2AD6-6816-A81663721EF8}"/>
                </a:ext>
              </a:extLst>
            </p:cNvPr>
            <p:cNvSpPr/>
            <p:nvPr/>
          </p:nvSpPr>
          <p:spPr>
            <a:xfrm>
              <a:off x="356497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FB353C8-EE31-36C2-E7BD-D580118BFAF5}"/>
                </a:ext>
              </a:extLst>
            </p:cNvPr>
            <p:cNvSpPr/>
            <p:nvPr/>
          </p:nvSpPr>
          <p:spPr>
            <a:xfrm>
              <a:off x="625378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A25B3D3-E57F-2323-0983-492D02A654FF}"/>
                </a:ext>
              </a:extLst>
            </p:cNvPr>
            <p:cNvSpPr/>
            <p:nvPr/>
          </p:nvSpPr>
          <p:spPr>
            <a:xfrm>
              <a:off x="894259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51F53AD-96F1-0B1B-30EC-68A4EF730B80}"/>
                </a:ext>
              </a:extLst>
            </p:cNvPr>
            <p:cNvSpPr/>
            <p:nvPr/>
          </p:nvSpPr>
          <p:spPr>
            <a:xfrm>
              <a:off x="1163140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046FD00-1D77-E622-CCA7-A27B1BCF1DF0}"/>
                </a:ext>
              </a:extLst>
            </p:cNvPr>
            <p:cNvSpPr/>
            <p:nvPr/>
          </p:nvSpPr>
          <p:spPr>
            <a:xfrm>
              <a:off x="1432021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DF71BFE-5C72-7242-140B-5D59CBD0513E}"/>
                </a:ext>
              </a:extLst>
            </p:cNvPr>
            <p:cNvSpPr/>
            <p:nvPr/>
          </p:nvSpPr>
          <p:spPr>
            <a:xfrm>
              <a:off x="17009025" y="9358711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D31BBAE-D3D7-CE41-C183-3C06E49A137D}"/>
              </a:ext>
            </a:extLst>
          </p:cNvPr>
          <p:cNvGrpSpPr/>
          <p:nvPr/>
        </p:nvGrpSpPr>
        <p:grpSpPr>
          <a:xfrm>
            <a:off x="876165" y="14448680"/>
            <a:ext cx="18821670" cy="3805192"/>
            <a:chOff x="876165" y="11349834"/>
            <a:chExt cx="18821670" cy="7943004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8DAD5F8-C9FB-D619-B07E-DD58AEDDD3E7}"/>
                </a:ext>
              </a:extLst>
            </p:cNvPr>
            <p:cNvSpPr/>
            <p:nvPr/>
          </p:nvSpPr>
          <p:spPr>
            <a:xfrm>
              <a:off x="87616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E6D7DA0-1D34-2FA4-11D6-EBA56134FD14}"/>
                </a:ext>
              </a:extLst>
            </p:cNvPr>
            <p:cNvSpPr/>
            <p:nvPr/>
          </p:nvSpPr>
          <p:spPr>
            <a:xfrm>
              <a:off x="356497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62BCA58-D454-DD1A-99E3-93B44407B8EA}"/>
                </a:ext>
              </a:extLst>
            </p:cNvPr>
            <p:cNvSpPr/>
            <p:nvPr/>
          </p:nvSpPr>
          <p:spPr>
            <a:xfrm>
              <a:off x="625378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FD71773-F331-4C7B-848A-883478D3FA59}"/>
                </a:ext>
              </a:extLst>
            </p:cNvPr>
            <p:cNvSpPr/>
            <p:nvPr/>
          </p:nvSpPr>
          <p:spPr>
            <a:xfrm>
              <a:off x="894259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E85BCC-8589-5AC3-2EF2-0787A920B023}"/>
                </a:ext>
              </a:extLst>
            </p:cNvPr>
            <p:cNvSpPr/>
            <p:nvPr/>
          </p:nvSpPr>
          <p:spPr>
            <a:xfrm>
              <a:off x="1163140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94C069D-8F2C-20F4-5947-53CDE1518CBA}"/>
                </a:ext>
              </a:extLst>
            </p:cNvPr>
            <p:cNvSpPr/>
            <p:nvPr/>
          </p:nvSpPr>
          <p:spPr>
            <a:xfrm>
              <a:off x="1432021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406221D-8A29-5AF6-A7A7-24A75A488467}"/>
                </a:ext>
              </a:extLst>
            </p:cNvPr>
            <p:cNvSpPr/>
            <p:nvPr/>
          </p:nvSpPr>
          <p:spPr>
            <a:xfrm>
              <a:off x="17009025" y="11349834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55D33AD-F7F0-1F36-E3C1-24BFDD1BEC2F}"/>
                </a:ext>
              </a:extLst>
            </p:cNvPr>
            <p:cNvSpPr/>
            <p:nvPr/>
          </p:nvSpPr>
          <p:spPr>
            <a:xfrm>
              <a:off x="87616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892AAF8-127A-FCC3-CA24-29527277750B}"/>
                </a:ext>
              </a:extLst>
            </p:cNvPr>
            <p:cNvSpPr/>
            <p:nvPr/>
          </p:nvSpPr>
          <p:spPr>
            <a:xfrm>
              <a:off x="356497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0B87FB4-6DF2-3B2A-3EB0-FD7CEBB4C78C}"/>
                </a:ext>
              </a:extLst>
            </p:cNvPr>
            <p:cNvSpPr/>
            <p:nvPr/>
          </p:nvSpPr>
          <p:spPr>
            <a:xfrm>
              <a:off x="625378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F03279A-13C4-DF19-1C81-8D8DD52E231E}"/>
                </a:ext>
              </a:extLst>
            </p:cNvPr>
            <p:cNvSpPr/>
            <p:nvPr/>
          </p:nvSpPr>
          <p:spPr>
            <a:xfrm>
              <a:off x="894259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C39E130-B683-A270-FBFF-4A7F341980A7}"/>
                </a:ext>
              </a:extLst>
            </p:cNvPr>
            <p:cNvSpPr/>
            <p:nvPr/>
          </p:nvSpPr>
          <p:spPr>
            <a:xfrm>
              <a:off x="1163140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8D9A044-5FD8-7FB8-2E0A-6540A19D9294}"/>
                </a:ext>
              </a:extLst>
            </p:cNvPr>
            <p:cNvSpPr/>
            <p:nvPr/>
          </p:nvSpPr>
          <p:spPr>
            <a:xfrm>
              <a:off x="1432021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96A5C877-7ABB-079C-3197-B1E65C1803FF}"/>
                </a:ext>
              </a:extLst>
            </p:cNvPr>
            <p:cNvSpPr/>
            <p:nvPr/>
          </p:nvSpPr>
          <p:spPr>
            <a:xfrm>
              <a:off x="17009025" y="13997502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24A9BC9-0421-7B78-AB39-DB3C5F593962}"/>
                </a:ext>
              </a:extLst>
            </p:cNvPr>
            <p:cNvSpPr/>
            <p:nvPr/>
          </p:nvSpPr>
          <p:spPr>
            <a:xfrm>
              <a:off x="87616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AD63B84-D17C-243A-106E-6CC5CD11E424}"/>
                </a:ext>
              </a:extLst>
            </p:cNvPr>
            <p:cNvSpPr/>
            <p:nvPr/>
          </p:nvSpPr>
          <p:spPr>
            <a:xfrm>
              <a:off x="356497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BDB736E-C3E9-D8BD-CF46-108CDE751D15}"/>
                </a:ext>
              </a:extLst>
            </p:cNvPr>
            <p:cNvSpPr/>
            <p:nvPr/>
          </p:nvSpPr>
          <p:spPr>
            <a:xfrm>
              <a:off x="625378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7543473-AFF3-7806-E887-516CA6B86411}"/>
                </a:ext>
              </a:extLst>
            </p:cNvPr>
            <p:cNvSpPr/>
            <p:nvPr/>
          </p:nvSpPr>
          <p:spPr>
            <a:xfrm>
              <a:off x="894259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6133FA9-214C-E9CD-8366-299DC716FC89}"/>
                </a:ext>
              </a:extLst>
            </p:cNvPr>
            <p:cNvSpPr/>
            <p:nvPr/>
          </p:nvSpPr>
          <p:spPr>
            <a:xfrm>
              <a:off x="1163140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2079C3C-4AEB-6221-105D-F81A9388E3CC}"/>
                </a:ext>
              </a:extLst>
            </p:cNvPr>
            <p:cNvSpPr/>
            <p:nvPr/>
          </p:nvSpPr>
          <p:spPr>
            <a:xfrm>
              <a:off x="1432021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A08E074-F732-89EA-8BC7-06044F905C8A}"/>
                </a:ext>
              </a:extLst>
            </p:cNvPr>
            <p:cNvSpPr/>
            <p:nvPr/>
          </p:nvSpPr>
          <p:spPr>
            <a:xfrm>
              <a:off x="17009025" y="16645170"/>
              <a:ext cx="2688810" cy="2647668"/>
            </a:xfrm>
            <a:prstGeom prst="rect">
              <a:avLst/>
            </a:prstGeom>
            <a:noFill/>
            <a:ln w="28575">
              <a:solidFill>
                <a:srgbClr val="0072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C80C2472-3EC4-B9F4-CC0F-B1ADB700F879}"/>
              </a:ext>
            </a:extLst>
          </p:cNvPr>
          <p:cNvSpPr txBox="1"/>
          <p:nvPr/>
        </p:nvSpPr>
        <p:spPr>
          <a:xfrm>
            <a:off x="11696099" y="12868342"/>
            <a:ext cx="26241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90 </a:t>
            </a:r>
            <a:r>
              <a:rPr lang="en-US" sz="3500" spc="-150" dirty="0" err="1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kunlik</a:t>
            </a:r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</a:p>
          <a:p>
            <a:pPr algn="ctr"/>
            <a:r>
              <a:rPr lang="en-US" sz="3500" spc="-150" dirty="0">
                <a:solidFill>
                  <a:srgbClr val="0127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879C8D7-63A8-2020-C9A1-F90C84D11411}"/>
              </a:ext>
            </a:extLst>
          </p:cNvPr>
          <p:cNvSpPr txBox="1"/>
          <p:nvPr/>
        </p:nvSpPr>
        <p:spPr>
          <a:xfrm>
            <a:off x="1409742" y="19068371"/>
            <a:ext cx="18066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12749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UZONIA</a:t>
            </a:r>
            <a:r>
              <a:rPr lang="en-US" sz="3200" dirty="0">
                <a:solidFill>
                  <a:srgbClr val="012749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 </a:t>
            </a:r>
            <a:r>
              <a:rPr lang="en-US" sz="3200" dirty="0" err="1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davr</a:t>
            </a:r>
            <a:r>
              <a:rPr lang="en-US" sz="3200" dirty="0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 </a:t>
            </a:r>
            <a:r>
              <a:rPr lang="en-US" sz="3200" dirty="0" err="1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oralig’idagi</a:t>
            </a:r>
            <a:r>
              <a:rPr lang="en-US" sz="3200" dirty="0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 </a:t>
            </a:r>
            <a:r>
              <a:rPr lang="en-US" sz="3200" dirty="0" err="1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o’zgarishlar</a:t>
            </a:r>
            <a:r>
              <a:rPr lang="en-US" sz="3200" dirty="0">
                <a:solidFill>
                  <a:srgbClr val="012749"/>
                </a:solidFill>
                <a:latin typeface="Roboto "/>
                <a:ea typeface="Roboto Bold" panose="02000000000000000000" pitchFamily="2" charset="0"/>
              </a:rPr>
              <a:t>/changes during the period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3E9B886-51F2-7C46-8ADE-E8846BA616C7}"/>
              </a:ext>
            </a:extLst>
          </p:cNvPr>
          <p:cNvSpPr txBox="1"/>
          <p:nvPr/>
        </p:nvSpPr>
        <p:spPr>
          <a:xfrm>
            <a:off x="2498742" y="20249047"/>
            <a:ext cx="3666404" cy="1621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1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haftalik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/week</a:t>
            </a:r>
            <a:endParaRPr lang="en-US" sz="3500" dirty="0">
              <a:latin typeface="Roboto "/>
            </a:endParaRPr>
          </a:p>
          <a:p>
            <a:pPr algn="ctr">
              <a:lnSpc>
                <a:spcPct val="150000"/>
              </a:lnSpc>
            </a:pPr>
            <a:endParaRPr lang="en-US" sz="3500" b="1" dirty="0">
              <a:solidFill>
                <a:srgbClr val="4CA626"/>
              </a:solidFill>
              <a:latin typeface="Roboto 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3ECD9FF-1F56-72EC-613C-B7B3FAC28174}"/>
              </a:ext>
            </a:extLst>
          </p:cNvPr>
          <p:cNvSpPr txBox="1"/>
          <p:nvPr/>
        </p:nvSpPr>
        <p:spPr>
          <a:xfrm>
            <a:off x="14385842" y="20249047"/>
            <a:ext cx="3666404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3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oylik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/month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B277820-0992-40C4-B2F2-988B1CCBDC3A}"/>
              </a:ext>
            </a:extLst>
          </p:cNvPr>
          <p:cNvSpPr txBox="1"/>
          <p:nvPr/>
        </p:nvSpPr>
        <p:spPr>
          <a:xfrm>
            <a:off x="2498742" y="22584115"/>
            <a:ext cx="3666404" cy="1616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6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oylik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/month</a:t>
            </a:r>
            <a:endParaRPr lang="en-US" sz="3500" dirty="0">
              <a:latin typeface="Roboto "/>
            </a:endParaRPr>
          </a:p>
          <a:p>
            <a:pPr algn="ctr">
              <a:lnSpc>
                <a:spcPct val="150000"/>
              </a:lnSpc>
            </a:pPr>
            <a:endParaRPr lang="en-US" sz="3500" b="1" dirty="0">
              <a:solidFill>
                <a:srgbClr val="4CA626"/>
              </a:solidFill>
              <a:latin typeface="Roboto 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99675D9-9463-E270-988C-F3453D4E52F1}"/>
              </a:ext>
            </a:extLst>
          </p:cNvPr>
          <p:cNvSpPr txBox="1"/>
          <p:nvPr/>
        </p:nvSpPr>
        <p:spPr>
          <a:xfrm>
            <a:off x="8453798" y="20249047"/>
            <a:ext cx="3666404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1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oylik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/month</a:t>
            </a:r>
            <a:endParaRPr lang="en-US" sz="3500" dirty="0">
              <a:latin typeface="Roboto 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529A41D-D0F8-2DBF-4718-DFBC0B9AAF96}"/>
              </a:ext>
            </a:extLst>
          </p:cNvPr>
          <p:cNvSpPr txBox="1"/>
          <p:nvPr/>
        </p:nvSpPr>
        <p:spPr>
          <a:xfrm>
            <a:off x="7967741" y="22584115"/>
            <a:ext cx="469948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Joriy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yil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boshidan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/YTD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92D6296-6287-6BF9-B7CF-52C9084033E3}"/>
              </a:ext>
            </a:extLst>
          </p:cNvPr>
          <p:cNvSpPr txBox="1"/>
          <p:nvPr/>
        </p:nvSpPr>
        <p:spPr>
          <a:xfrm>
            <a:off x="14385842" y="22584115"/>
            <a:ext cx="3666404" cy="1616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1 </a:t>
            </a:r>
            <a:r>
              <a:rPr lang="en-US" sz="3500" i="1" dirty="0" err="1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yillik</a:t>
            </a:r>
            <a:r>
              <a:rPr lang="en-US" sz="3500" i="1" dirty="0">
                <a:solidFill>
                  <a:srgbClr val="000000"/>
                </a:solidFill>
                <a:latin typeface="Roboto "/>
                <a:ea typeface="Calibri (MS) Light Italics"/>
                <a:cs typeface="Calibri (MS) Light Italics"/>
                <a:sym typeface="Calibri (MS) Light Italics"/>
              </a:rPr>
              <a:t>/year</a:t>
            </a:r>
            <a:endParaRPr lang="en-US" sz="3500" dirty="0">
              <a:latin typeface="Roboto "/>
            </a:endParaRPr>
          </a:p>
          <a:p>
            <a:pPr algn="ctr">
              <a:lnSpc>
                <a:spcPct val="150000"/>
              </a:lnSpc>
            </a:pPr>
            <a:endParaRPr lang="en-US" sz="3500" b="1" dirty="0">
              <a:solidFill>
                <a:srgbClr val="4CA626"/>
              </a:solidFill>
              <a:latin typeface="Roboto "/>
              <a:ea typeface="Calibri (MS) Bold"/>
              <a:cs typeface="Calibri (MS) Bold"/>
              <a:sym typeface="Calibri (MS) Bold"/>
            </a:endParaRP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98D62A4-7F08-62F1-0D93-A21D6EF3960E}"/>
              </a:ext>
            </a:extLst>
          </p:cNvPr>
          <p:cNvCxnSpPr>
            <a:cxnSpLocks/>
          </p:cNvCxnSpPr>
          <p:nvPr/>
        </p:nvCxnSpPr>
        <p:spPr>
          <a:xfrm>
            <a:off x="1554794" y="22320015"/>
            <a:ext cx="17464413" cy="0"/>
          </a:xfrm>
          <a:prstGeom prst="line">
            <a:avLst/>
          </a:prstGeom>
          <a:ln w="19050">
            <a:solidFill>
              <a:srgbClr val="69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9F0E3EF-3B75-5424-1269-F8D0280BB451}"/>
              </a:ext>
            </a:extLst>
          </p:cNvPr>
          <p:cNvCxnSpPr>
            <a:cxnSpLocks/>
          </p:cNvCxnSpPr>
          <p:nvPr/>
        </p:nvCxnSpPr>
        <p:spPr>
          <a:xfrm>
            <a:off x="7146219" y="20249047"/>
            <a:ext cx="0" cy="4032672"/>
          </a:xfrm>
          <a:prstGeom prst="line">
            <a:avLst/>
          </a:prstGeom>
          <a:ln w="19050">
            <a:solidFill>
              <a:srgbClr val="69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574D1CF7-0005-9BF4-5324-5E451B175D7E}"/>
              </a:ext>
            </a:extLst>
          </p:cNvPr>
          <p:cNvCxnSpPr>
            <a:cxnSpLocks/>
          </p:cNvCxnSpPr>
          <p:nvPr/>
        </p:nvCxnSpPr>
        <p:spPr>
          <a:xfrm>
            <a:off x="13409536" y="20249047"/>
            <a:ext cx="0" cy="4032672"/>
          </a:xfrm>
          <a:prstGeom prst="line">
            <a:avLst/>
          </a:prstGeom>
          <a:ln w="19050">
            <a:solidFill>
              <a:srgbClr val="69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856">
            <a:extLst>
              <a:ext uri="{FF2B5EF4-FFF2-40B4-BE49-F238E27FC236}">
                <a16:creationId xmlns:a16="http://schemas.microsoft.com/office/drawing/2014/main" id="{C9F20EBE-3170-27FE-7A11-EC1510EE4B8B}"/>
              </a:ext>
            </a:extLst>
          </p:cNvPr>
          <p:cNvSpPr txBox="1"/>
          <p:nvPr/>
        </p:nvSpPr>
        <p:spPr>
          <a:xfrm>
            <a:off x="153723" y="1020214"/>
            <a:ext cx="4633799" cy="1618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600" spc="-1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UZONIA</a:t>
            </a:r>
          </a:p>
        </p:txBody>
      </p:sp>
    </p:spTree>
    <p:extLst>
      <p:ext uri="{BB962C8B-B14F-4D97-AF65-F5344CB8AC3E}">
        <p14:creationId xmlns:p14="http://schemas.microsoft.com/office/powerpoint/2010/main" val="417090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916</TotalTime>
  <Words>212</Words>
  <Application>Microsoft Macintosh PowerPoint</Application>
  <PresentationFormat>Custom</PresentationFormat>
  <Paragraphs>79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Roboto</vt:lpstr>
      <vt:lpstr>Roboto </vt:lpstr>
      <vt:lpstr>Roboto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Zokhir Bozorov</dc:creator>
  <cp:lastModifiedBy>Kakhramon Soatov</cp:lastModifiedBy>
  <cp:revision>186</cp:revision>
  <dcterms:created xsi:type="dcterms:W3CDTF">2025-10-27T15:35:38Z</dcterms:created>
  <dcterms:modified xsi:type="dcterms:W3CDTF">2026-03-21T21:00:10Z</dcterms:modified>
</cp:coreProperties>
</file>